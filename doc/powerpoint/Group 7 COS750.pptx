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264" r:id="rId3"/>
    <p:sldId id="266" r:id="rId4"/>
    <p:sldId id="272" r:id="rId5"/>
    <p:sldId id="273" r:id="rId6"/>
    <p:sldId id="290" r:id="rId7"/>
    <p:sldId id="265" r:id="rId8"/>
    <p:sldId id="279" r:id="rId9"/>
    <p:sldId id="286" r:id="rId10"/>
    <p:sldId id="277" r:id="rId11"/>
    <p:sldId id="289" r:id="rId12"/>
    <p:sldId id="271" r:id="rId13"/>
    <p:sldId id="267" r:id="rId14"/>
    <p:sldId id="278" r:id="rId15"/>
    <p:sldId id="280" r:id="rId16"/>
    <p:sldId id="281" r:id="rId17"/>
    <p:sldId id="282" r:id="rId18"/>
    <p:sldId id="283" r:id="rId19"/>
    <p:sldId id="284" r:id="rId20"/>
    <p:sldId id="276" r:id="rId21"/>
    <p:sldId id="285" r:id="rId22"/>
    <p:sldId id="288" r:id="rId23"/>
    <p:sldId id="28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A4B737-2126-4476-89EA-25FFD043C887}" v="563" dt="2025-06-16T12:27:46.2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42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88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D28B5-C37F-479B-B92E-89574CBE8274}" type="datetimeFigureOut">
              <a:rPr lang="en-ZA" smtClean="0"/>
              <a:t>18 Nov 2025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AD52A-694C-4DBD-AA19-9394246E350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84494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Project Title: Modern Tech &amp; Education
Authors: [Your Names Here]
[Cool Setswana/AI Graphic]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099D9-351E-4EA7-81B7-536CC2F411E6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83661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Project Title: AI Innovations in Setswana
Authors: [List of Authors]
[Placeholder for Cool Setswana/AI Graphic]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AD52A-694C-4DBD-AA19-9394246E3502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842444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Understanding the current challenges and opportunities in leveraging AI for Setswana language. [Placeholder for Split with Stats/Quotes/Icons]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AD52A-694C-4DBD-AA19-9394246E3502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226421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C7B76-9F3C-8057-45D3-C96BA345D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691064-1575-2520-DD3B-3C246CFC15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FC5972-3A30-A0A4-E54E-A82176CB4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Understanding the current challenges and opportunities in leveraging AI for Setswana language. [Placeholder for Split with Stats/Quotes/Icons]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18E25-0407-EE83-AE63-89290EA51E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AD52A-694C-4DBD-AA19-9394246E3502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1335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D8868-5A96-5AAC-D4BA-FB30403B3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5C44B3-39B7-EF9C-4616-BD9451221A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D2F861-0146-97AC-1AB1-7AE38C416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Understanding the current challenges and opportunities in leveraging AI for Setswana language. [Placeholder for Split with Stats/Quotes/Icons]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7C43E-B441-80AE-E199-A4BF1EC887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AD52A-694C-4DBD-AA19-9394246E3502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00778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C7C1-0EEC-F195-6D6A-9EC577168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83FCEC-AAD3-A4BE-FE85-80A4BFF23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EE4204-B241-7BF3-201F-24B62E98B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Understanding the current challenges and opportunities in leveraging AI for Setswana language. [Placeholder for Split with Stats/Quotes/Icons]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BAECF-29E2-26D2-2740-357AE52B45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AD52A-694C-4DBD-AA19-9394246E3502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85928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What are the potential applications and impacts of AI innovations in the Setswana language? [Placeholder for Bold, Clean Research Question]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AD52A-694C-4DBD-AA19-9394246E3502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4895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83FC4-0C68-24A7-2442-4B64E69A7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02F3D0-2085-822B-B202-9A3651178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D62F02-9CD0-E7CA-16E2-D6D933FEFB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Understanding the current challenges and opportunities in leveraging AI for Setswana language. [Placeholder for Split with Stats/Quotes/Icons]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B8DCA-5A51-9A18-FBAA-2DBCA735BB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AD52A-694C-4DBD-AA19-9394246E3502}" type="slidenum">
              <a:rPr lang="en-ZA" smtClean="0"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06951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1E559-5DE8-5107-B6C6-B55B89249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C274CA-AA6A-E240-5197-078195F81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D5BC89-218C-1D85-B163-1546E02BC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Generating synthetic data using advanced prompt techniques. [Placeholder for Visualize Prompt → Synthetic Data]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3C779-5B9C-D3EC-E066-85ADD881C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AD52A-694C-4DBD-AA19-9394246E3502}" type="slidenum">
              <a:rPr lang="en-ZA" smtClean="0"/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809963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Reflecting on key insights and pondering future possibilities. [Placeholder for Bold, Striking Closing Question]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AD52A-694C-4DBD-AA19-9394246E3502}" type="slidenum">
              <a:rPr lang="en-ZA" smtClean="0"/>
              <a:t>12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406344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Generating synthetic data using advanced prompt techniques. [Placeholder for Visualize Prompt → Synthetic Data]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AD52A-694C-4DBD-AA19-9394246E3502}" type="slidenum">
              <a:rPr lang="en-ZA" smtClean="0"/>
              <a:t>13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468978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Lack Setswana </a:t>
            </a:r>
            <a:r>
              <a:rPr lang="en-ZA" dirty="0" err="1"/>
              <a:t>speark</a:t>
            </a:r>
            <a:endParaRPr lang="en-ZA" dirty="0"/>
          </a:p>
          <a:p>
            <a:endParaRPr lang="en-ZA" dirty="0"/>
          </a:p>
          <a:p>
            <a:r>
              <a:rPr lang="en-ZA" dirty="0"/>
              <a:t>Did well from English translation</a:t>
            </a:r>
          </a:p>
          <a:p>
            <a:endParaRPr lang="en-ZA" dirty="0"/>
          </a:p>
          <a:p>
            <a:r>
              <a:rPr lang="en-ZA" dirty="0"/>
              <a:t>Shows promise for future work through adaptability to OOV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AD52A-694C-4DBD-AA19-9394246E3502}" type="slidenum">
              <a:rPr lang="en-ZA" smtClean="0"/>
              <a:t>21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513470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5778B-D742-83F2-83F6-47B39E9FE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430EC1-E26B-7FB1-D7CA-0881635B3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381589-1502-CC78-E2F4-BC3A50456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Understanding the current challenges and opportunities in leveraging AI for Setswana language. [Placeholder for Split with Stats/Quotes/Icons]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3D0BB-768A-BF09-293E-0E32E8443E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AD52A-694C-4DBD-AA19-9394246E3502}" type="slidenum">
              <a:rPr lang="en-ZA" smtClean="0"/>
              <a:t>22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799075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1DB8C-E0BB-39D8-F773-821830F07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DCEF3-87AB-BE27-0236-459BC6952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35B336-C14B-032F-EF64-D1558C428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Understanding the current challenges and opportunities in leveraging AI for Setswana language. [Placeholder for Split with Stats/Quotes/Icons]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87528-35A3-6FF0-B1A1-C68CC0C0E6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AD52A-694C-4DBD-AA19-9394246E3502}" type="slidenum">
              <a:rPr lang="en-ZA" smtClean="0"/>
              <a:t>23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38187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D2AEF-9046-E56B-E7CE-97950FC2AF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DEFD5B-C45B-E85B-A2DC-B0A7FF45AF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1F887-5064-B751-1052-1A6D24A17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237BE-1D79-4928-99E4-4058462B0250}" type="datetimeFigureOut">
              <a:rPr lang="en-ZA" smtClean="0"/>
              <a:t>18 Nov 2025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72A56-D480-2A2E-1F85-AB1843F90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D35B3-3B3F-84C7-AE63-2F9E17333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709C-91B5-4869-833F-A4C8A12F3AF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23608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1EBAE-C5DE-0994-F315-82A7758BC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80288-221D-43AB-B097-DFE3E3C0D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6CDB1-A65C-6A39-6925-96AFEC5B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237BE-1D79-4928-99E4-4058462B0250}" type="datetimeFigureOut">
              <a:rPr lang="en-ZA" smtClean="0"/>
              <a:t>18 Nov 2025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18FE1-FB1E-4B29-3E00-BE924D831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9F391-F5F3-BD17-4C4B-449D92CD1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709C-91B5-4869-833F-A4C8A12F3AF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73476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5EEA3-93E2-8C85-8E6A-D28553EBB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01497-C9D5-7300-3C9D-905FBE154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23271-ECAE-DA92-1D9A-0E8CD87FC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237BE-1D79-4928-99E4-4058462B0250}" type="datetimeFigureOut">
              <a:rPr lang="en-ZA" smtClean="0"/>
              <a:t>18 Nov 2025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79868-0E6E-A801-C8C9-5D07160E8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90BD8-DE38-706F-54A8-4B5872160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709C-91B5-4869-833F-A4C8A12F3AF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30080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2DC15-74F7-4C15-34DD-9671D68DF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BF866-CB0A-F9FF-AEFD-3950D02515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C45BF0-A25F-22AD-D82A-8FDCE4E6D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C4C51-703D-DD1E-D7BB-BA685D32E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237BE-1D79-4928-99E4-4058462B0250}" type="datetimeFigureOut">
              <a:rPr lang="en-ZA" smtClean="0"/>
              <a:t>18 Nov 2025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26189-D2DE-0E43-0E38-E766CA306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11F028-DE62-92C6-A929-6A9066548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709C-91B5-4869-833F-A4C8A12F3AF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51350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2F91A-02A3-2100-D4D2-2DF882548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496FC-0501-847B-5C17-313091E1C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2093D4-AD11-B9FA-D6D8-DD0C55FBC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3D4D4F-0988-EC7C-53F6-2CBF254548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E1DB98-8EAF-DCF9-0AFC-9D5D01E257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6E59DC-F143-AE4B-4937-536842527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237BE-1D79-4928-99E4-4058462B0250}" type="datetimeFigureOut">
              <a:rPr lang="en-ZA" smtClean="0"/>
              <a:t>18 Nov 2025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C7A47-6C8E-07AB-1BC6-6CC6FD23A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82F4C-2C27-5B35-7C05-B051261B7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709C-91B5-4869-833F-A4C8A12F3AF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87153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80E71-5E7C-B8F0-35DE-594D7DFBB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4474AD-00C3-B66E-88B6-A6622958A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237BE-1D79-4928-99E4-4058462B0250}" type="datetimeFigureOut">
              <a:rPr lang="en-ZA" smtClean="0"/>
              <a:t>18 Nov 2025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1310DC-093E-E002-D2F5-1B1651471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0D8C7-211E-6C37-9C41-AFE988E82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709C-91B5-4869-833F-A4C8A12F3AF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1922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982CBD-20CC-1E17-E85A-054DCA258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237BE-1D79-4928-99E4-4058462B0250}" type="datetimeFigureOut">
              <a:rPr lang="en-ZA" smtClean="0"/>
              <a:t>18 Nov 2025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C24DD7-F2BD-3F28-F5CE-3568FEDC9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4164E-DEE3-064C-A0CC-DC15673B8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709C-91B5-4869-833F-A4C8A12F3AF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6080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AE638-9609-BEF8-1B47-1BEE5D961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B25C9-DB1B-F4BE-920B-98588E3AA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2730E-B8C2-127E-26CC-ED0BC0AE9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6FC02-905F-0B2D-4CCE-09642B508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237BE-1D79-4928-99E4-4058462B0250}" type="datetimeFigureOut">
              <a:rPr lang="en-ZA" smtClean="0"/>
              <a:t>18 Nov 2025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1C3F5-CB5E-F241-4D5D-1163CDAF3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C9A84-D0EC-BBD0-5D1A-09002A4CD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709C-91B5-4869-833F-A4C8A12F3AF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56684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F1CF2-C85B-1DF0-F7B7-B68EFBDE1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BEA9B2-7D79-7DBE-6162-74D60EB26F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A45F9C-7E5C-CB4B-F0D8-B74DD38E3A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E2CE2-3876-2295-65B0-AEC3842F5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237BE-1D79-4928-99E4-4058462B0250}" type="datetimeFigureOut">
              <a:rPr lang="en-ZA" smtClean="0"/>
              <a:t>18 Nov 2025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487668-089E-5281-DACB-392B08D6D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AE35B-5C8D-DBB0-E340-0DDDE651D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709C-91B5-4869-833F-A4C8A12F3AF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5631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4AB1B-2C9F-691D-A1F0-FBD50FB8B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E1FC4E-C0DA-36AE-8D4F-1C2681DB05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2A73B-3868-C069-22DB-7A106F03E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237BE-1D79-4928-99E4-4058462B0250}" type="datetimeFigureOut">
              <a:rPr lang="en-ZA" smtClean="0"/>
              <a:t>18 Nov 2025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1115D-D81C-E781-7CDE-2A8770960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21B75-B3F5-BA33-749C-34BA9F06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709C-91B5-4869-833F-A4C8A12F3AF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02909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1FA790-D223-80CA-3565-36C43721F1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066C88-757F-31C3-3BCD-A142DDCBD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E39E4-FC27-9D1C-0D8E-F905C4D9C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237BE-1D79-4928-99E4-4058462B0250}" type="datetimeFigureOut">
              <a:rPr lang="en-ZA" smtClean="0"/>
              <a:t>18 Nov 2025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AE761-654A-F54B-D803-4D7666F8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81022-73FD-4BE5-E229-C95C42665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709C-91B5-4869-833F-A4C8A12F3AF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84479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95089B-EE4F-0947-F11D-FBAC3E08A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32EDF-B192-AA0C-0CC3-283CB0007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55210-7A2F-40A5-80F3-391BCCC6CD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E237BE-1D79-4928-99E4-4058462B0250}" type="datetimeFigureOut">
              <a:rPr lang="en-ZA" smtClean="0"/>
              <a:t>18 Nov 2025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CA0DB-B83C-B4EF-B06D-7ACD2C9984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AD0B3-A542-CFB4-A9C1-C7A2C85E7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B3709C-91B5-4869-833F-A4C8A12F3AF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78133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jpeg"/><Relationship Id="rId5" Type="http://schemas.openxmlformats.org/officeDocument/2006/relationships/image" Target="../media/image1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eg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eg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eg"/><Relationship Id="rId5" Type="http://schemas.openxmlformats.org/officeDocument/2006/relationships/image" Target="../media/image1.jpe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jpeg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jpeg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eg"/><Relationship Id="rId5" Type="http://schemas.openxmlformats.org/officeDocument/2006/relationships/image" Target="../media/image13.jpeg"/><Relationship Id="rId4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Student seated in classroom at table, reading tablet">
            <a:extLst>
              <a:ext uri="{FF2B5EF4-FFF2-40B4-BE49-F238E27FC236}">
                <a16:creationId xmlns:a16="http://schemas.microsoft.com/office/drawing/2014/main" id="{85BD6FB1-39C5-42E0-8610-F593ABE562F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t="7754" r="23289" b="1337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9E33D-9E89-E7D8-3A87-2901D4035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318763"/>
            <a:ext cx="3918518" cy="1124712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GB" sz="2000" b="1" dirty="0">
                <a:solidFill>
                  <a:schemeClr val="bg1"/>
                </a:solidFill>
                <a:latin typeface="Montserrat" panose="00000500000000000000" pitchFamily="2" charset="0"/>
              </a:rPr>
              <a:t>Factory Method Learning App: </a:t>
            </a:r>
            <a:br>
              <a:rPr lang="en-GB" sz="2000" b="1" dirty="0">
                <a:solidFill>
                  <a:schemeClr val="bg1"/>
                </a:solidFill>
                <a:latin typeface="Montserrat" panose="00000500000000000000" pitchFamily="2" charset="0"/>
              </a:rPr>
            </a:br>
            <a:r>
              <a:rPr lang="en-GB" sz="2000" b="1" dirty="0">
                <a:solidFill>
                  <a:schemeClr val="bg1"/>
                </a:solidFill>
                <a:latin typeface="Montserrat" panose="00000500000000000000" pitchFamily="2" charset="0"/>
              </a:rPr>
              <a:t>Instructional Design &amp; Software Engineering Overview</a:t>
            </a:r>
            <a:endParaRPr lang="en-US" sz="20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5BB2B-39F6-847A-747A-3F58CAB668F5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371094" y="2718054"/>
            <a:ext cx="3438906" cy="3207258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en-GB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Group 7: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GB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Charl Pieter Pretorius: u22519042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GB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James Fitzsimons: u21516741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GB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Ivan Horak: u21456552</a:t>
            </a:r>
          </a:p>
        </p:txBody>
      </p:sp>
      <p:pic>
        <p:nvPicPr>
          <p:cNvPr id="3" name="Content Placeholder 4" descr="Democratic Republic of the Congo national official state flag in a computer technological world">
            <a:extLst>
              <a:ext uri="{FF2B5EF4-FFF2-40B4-BE49-F238E27FC236}">
                <a16:creationId xmlns:a16="http://schemas.microsoft.com/office/drawing/2014/main" id="{F7739EE9-36A9-401A-5A19-2DCAA3C698E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0"/>
          </a:blip>
          <a:srcRect l="34664" r="5116" b="-2"/>
          <a:stretch>
            <a:fillRect/>
          </a:stretch>
        </p:blipFill>
        <p:spPr>
          <a:xfrm>
            <a:off x="9285954" y="-3129874"/>
            <a:ext cx="6186992" cy="6857998"/>
          </a:xfrm>
          <a:custGeom>
            <a:avLst/>
            <a:gdLst/>
            <a:ahLst/>
            <a:cxnLst/>
            <a:rect l="l" t="t" r="r" b="b"/>
            <a:pathLst>
              <a:path w="6187012" h="6857998">
                <a:moveTo>
                  <a:pt x="5434855" y="6118149"/>
                </a:moveTo>
                <a:cubicBezTo>
                  <a:pt x="5441404" y="6124102"/>
                  <a:pt x="5449025" y="6129341"/>
                  <a:pt x="5456075" y="6133723"/>
                </a:cubicBezTo>
                <a:cubicBezTo>
                  <a:pt x="5463218" y="6138152"/>
                  <a:pt x="5468564" y="6143474"/>
                  <a:pt x="5472234" y="6149380"/>
                </a:cubicBezTo>
                <a:lnTo>
                  <a:pt x="5477710" y="6166562"/>
                </a:lnTo>
                <a:lnTo>
                  <a:pt x="5472234" y="6149379"/>
                </a:lnTo>
                <a:cubicBezTo>
                  <a:pt x="5468564" y="6143474"/>
                  <a:pt x="5463218" y="6138152"/>
                  <a:pt x="5456075" y="6133722"/>
                </a:cubicBezTo>
                <a:cubicBezTo>
                  <a:pt x="5449025" y="6129341"/>
                  <a:pt x="5441404" y="6124102"/>
                  <a:pt x="5434855" y="6118149"/>
                </a:cubicBezTo>
                <a:close/>
                <a:moveTo>
                  <a:pt x="5343013" y="4941372"/>
                </a:moveTo>
                <a:lnTo>
                  <a:pt x="5346342" y="4950869"/>
                </a:lnTo>
                <a:lnTo>
                  <a:pt x="5356027" y="4991382"/>
                </a:lnTo>
                <a:lnTo>
                  <a:pt x="5346342" y="4950868"/>
                </a:lnTo>
                <a:close/>
                <a:moveTo>
                  <a:pt x="5346951" y="4749807"/>
                </a:moveTo>
                <a:cubicBezTo>
                  <a:pt x="5334815" y="4762826"/>
                  <a:pt x="5333958" y="4781365"/>
                  <a:pt x="5332244" y="4799797"/>
                </a:cubicBezTo>
                <a:cubicBezTo>
                  <a:pt x="5333958" y="4781365"/>
                  <a:pt x="5334815" y="4762827"/>
                  <a:pt x="5346951" y="4749807"/>
                </a:cubicBezTo>
                <a:close/>
                <a:moveTo>
                  <a:pt x="5364750" y="4543185"/>
                </a:moveTo>
                <a:cubicBezTo>
                  <a:pt x="5365727" y="4548281"/>
                  <a:pt x="5367775" y="4553662"/>
                  <a:pt x="5370156" y="4557092"/>
                </a:cubicBezTo>
                <a:cubicBezTo>
                  <a:pt x="5381776" y="4573618"/>
                  <a:pt x="5390563" y="4588275"/>
                  <a:pt x="5396519" y="4602021"/>
                </a:cubicBezTo>
                <a:cubicBezTo>
                  <a:pt x="5390563" y="4588275"/>
                  <a:pt x="5381776" y="4573618"/>
                  <a:pt x="5370156" y="4557091"/>
                </a:cubicBezTo>
                <a:close/>
                <a:moveTo>
                  <a:pt x="5830968" y="2819253"/>
                </a:moveTo>
                <a:lnTo>
                  <a:pt x="5842611" y="2827484"/>
                </a:lnTo>
                <a:lnTo>
                  <a:pt x="5842613" y="2827486"/>
                </a:lnTo>
                <a:lnTo>
                  <a:pt x="5871116" y="2861156"/>
                </a:lnTo>
                <a:lnTo>
                  <a:pt x="5861462" y="2842392"/>
                </a:lnTo>
                <a:lnTo>
                  <a:pt x="5842613" y="2827486"/>
                </a:lnTo>
                <a:lnTo>
                  <a:pt x="5842611" y="2827483"/>
                </a:lnTo>
                <a:close/>
                <a:moveTo>
                  <a:pt x="5761313" y="1974015"/>
                </a:moveTo>
                <a:lnTo>
                  <a:pt x="5754799" y="1999763"/>
                </a:lnTo>
                <a:cubicBezTo>
                  <a:pt x="5750990" y="2008056"/>
                  <a:pt x="5745310" y="2016020"/>
                  <a:pt x="5737071" y="2023547"/>
                </a:cubicBezTo>
                <a:cubicBezTo>
                  <a:pt x="5753550" y="2008497"/>
                  <a:pt x="5759789" y="1991685"/>
                  <a:pt x="5761313" y="1974015"/>
                </a:cubicBezTo>
                <a:close/>
                <a:moveTo>
                  <a:pt x="5744119" y="1768838"/>
                </a:moveTo>
                <a:cubicBezTo>
                  <a:pt x="5739738" y="1774411"/>
                  <a:pt x="5736975" y="1779948"/>
                  <a:pt x="5735518" y="1785412"/>
                </a:cubicBezTo>
                <a:lnTo>
                  <a:pt x="5734738" y="1801558"/>
                </a:lnTo>
                <a:cubicBezTo>
                  <a:pt x="5733070" y="1790986"/>
                  <a:pt x="5735356" y="1779981"/>
                  <a:pt x="5744119" y="1768838"/>
                </a:cubicBezTo>
                <a:close/>
                <a:moveTo>
                  <a:pt x="5853708" y="520953"/>
                </a:moveTo>
                <a:lnTo>
                  <a:pt x="5846981" y="549926"/>
                </a:lnTo>
                <a:lnTo>
                  <a:pt x="5840726" y="566616"/>
                </a:lnTo>
                <a:lnTo>
                  <a:pt x="5834776" y="581804"/>
                </a:lnTo>
                <a:lnTo>
                  <a:pt x="5834358" y="583595"/>
                </a:lnTo>
                <a:lnTo>
                  <a:pt x="5832183" y="589388"/>
                </a:lnTo>
                <a:cubicBezTo>
                  <a:pt x="5829783" y="597005"/>
                  <a:pt x="5828025" y="604728"/>
                  <a:pt x="5827560" y="612658"/>
                </a:cubicBezTo>
                <a:lnTo>
                  <a:pt x="5834358" y="583595"/>
                </a:lnTo>
                <a:lnTo>
                  <a:pt x="5840674" y="566754"/>
                </a:lnTo>
                <a:lnTo>
                  <a:pt x="5840726" y="566616"/>
                </a:lnTo>
                <a:lnTo>
                  <a:pt x="5846564" y="551717"/>
                </a:lnTo>
                <a:lnTo>
                  <a:pt x="5846981" y="549926"/>
                </a:lnTo>
                <a:lnTo>
                  <a:pt x="5849145" y="544146"/>
                </a:lnTo>
                <a:cubicBezTo>
                  <a:pt x="5851532" y="536547"/>
                  <a:pt x="5853271" y="528850"/>
                  <a:pt x="5853708" y="520953"/>
                </a:cubicBezTo>
                <a:close/>
                <a:moveTo>
                  <a:pt x="5802605" y="268794"/>
                </a:moveTo>
                <a:cubicBezTo>
                  <a:pt x="5800080" y="279176"/>
                  <a:pt x="5798377" y="289296"/>
                  <a:pt x="5797729" y="299164"/>
                </a:cubicBezTo>
                <a:cubicBezTo>
                  <a:pt x="5797080" y="309031"/>
                  <a:pt x="5797485" y="318646"/>
                  <a:pt x="5799176" y="328017"/>
                </a:cubicBezTo>
                <a:close/>
                <a:moveTo>
                  <a:pt x="0" y="0"/>
                </a:moveTo>
                <a:lnTo>
                  <a:pt x="6120021" y="0"/>
                </a:lnTo>
                <a:lnTo>
                  <a:pt x="6115806" y="24480"/>
                </a:lnTo>
                <a:cubicBezTo>
                  <a:pt x="6113321" y="32636"/>
                  <a:pt x="6109559" y="40471"/>
                  <a:pt x="6103795" y="47806"/>
                </a:cubicBezTo>
                <a:cubicBezTo>
                  <a:pt x="6088935" y="66857"/>
                  <a:pt x="6092364" y="85336"/>
                  <a:pt x="6094651" y="105718"/>
                </a:cubicBezTo>
                <a:cubicBezTo>
                  <a:pt x="6096365" y="121150"/>
                  <a:pt x="6095794" y="136963"/>
                  <a:pt x="6095986" y="152584"/>
                </a:cubicBezTo>
                <a:cubicBezTo>
                  <a:pt x="6096555" y="180017"/>
                  <a:pt x="6096746" y="207450"/>
                  <a:pt x="6097699" y="234883"/>
                </a:cubicBezTo>
                <a:cubicBezTo>
                  <a:pt x="6098079" y="243648"/>
                  <a:pt x="6102844" y="252600"/>
                  <a:pt x="6102082" y="261173"/>
                </a:cubicBezTo>
                <a:cubicBezTo>
                  <a:pt x="6098461" y="300800"/>
                  <a:pt x="6092746" y="340425"/>
                  <a:pt x="6089507" y="380050"/>
                </a:cubicBezTo>
                <a:cubicBezTo>
                  <a:pt x="6087603" y="402529"/>
                  <a:pt x="6091220" y="425581"/>
                  <a:pt x="6088555" y="447870"/>
                </a:cubicBezTo>
                <a:cubicBezTo>
                  <a:pt x="6085507" y="473587"/>
                  <a:pt x="6077697" y="498733"/>
                  <a:pt x="6072932" y="524262"/>
                </a:cubicBezTo>
                <a:cubicBezTo>
                  <a:pt x="6071600" y="531310"/>
                  <a:pt x="6073315" y="539121"/>
                  <a:pt x="6073694" y="546552"/>
                </a:cubicBezTo>
                <a:cubicBezTo>
                  <a:pt x="6074076" y="554933"/>
                  <a:pt x="6074838" y="563125"/>
                  <a:pt x="6075029" y="571508"/>
                </a:cubicBezTo>
                <a:cubicBezTo>
                  <a:pt x="6075411" y="597037"/>
                  <a:pt x="6074838" y="622564"/>
                  <a:pt x="6076173" y="648092"/>
                </a:cubicBezTo>
                <a:cubicBezTo>
                  <a:pt x="6076934" y="663713"/>
                  <a:pt x="6084744" y="680096"/>
                  <a:pt x="6081886" y="694576"/>
                </a:cubicBezTo>
                <a:cubicBezTo>
                  <a:pt x="6076363" y="724104"/>
                  <a:pt x="6088745" y="753633"/>
                  <a:pt x="6078459" y="783158"/>
                </a:cubicBezTo>
                <a:cubicBezTo>
                  <a:pt x="6075411" y="792306"/>
                  <a:pt x="6083031" y="804877"/>
                  <a:pt x="6083411" y="815929"/>
                </a:cubicBezTo>
                <a:cubicBezTo>
                  <a:pt x="6084363" y="843552"/>
                  <a:pt x="6084173" y="871173"/>
                  <a:pt x="6083983" y="898797"/>
                </a:cubicBezTo>
                <a:cubicBezTo>
                  <a:pt x="6083793" y="923562"/>
                  <a:pt x="6086459" y="949281"/>
                  <a:pt x="6081125" y="973095"/>
                </a:cubicBezTo>
                <a:cubicBezTo>
                  <a:pt x="6075411" y="998052"/>
                  <a:pt x="6076173" y="1020529"/>
                  <a:pt x="6082649" y="1044725"/>
                </a:cubicBezTo>
                <a:cubicBezTo>
                  <a:pt x="6087031" y="1061298"/>
                  <a:pt x="6087603" y="1078826"/>
                  <a:pt x="6088935" y="1095972"/>
                </a:cubicBezTo>
                <a:cubicBezTo>
                  <a:pt x="6090459" y="1114449"/>
                  <a:pt x="6086459" y="1134834"/>
                  <a:pt x="6092746" y="1151600"/>
                </a:cubicBezTo>
                <a:cubicBezTo>
                  <a:pt x="6111415" y="1201512"/>
                  <a:pt x="6115415" y="1252757"/>
                  <a:pt x="6115415" y="1304955"/>
                </a:cubicBezTo>
                <a:cubicBezTo>
                  <a:pt x="6115415" y="1314483"/>
                  <a:pt x="6112750" y="1324198"/>
                  <a:pt x="6109892" y="1333341"/>
                </a:cubicBezTo>
                <a:cubicBezTo>
                  <a:pt x="6092746" y="1386684"/>
                  <a:pt x="6094269" y="1440216"/>
                  <a:pt x="6104748" y="1494509"/>
                </a:cubicBezTo>
                <a:cubicBezTo>
                  <a:pt x="6107034" y="1505751"/>
                  <a:pt x="6107415" y="1518324"/>
                  <a:pt x="6105130" y="1529563"/>
                </a:cubicBezTo>
                <a:cubicBezTo>
                  <a:pt x="6098461" y="1561189"/>
                  <a:pt x="6087411" y="1591859"/>
                  <a:pt x="6082649" y="1623675"/>
                </a:cubicBezTo>
                <a:cubicBezTo>
                  <a:pt x="6074838" y="1676253"/>
                  <a:pt x="6101126" y="1721785"/>
                  <a:pt x="6118274" y="1768838"/>
                </a:cubicBezTo>
                <a:cubicBezTo>
                  <a:pt x="6134467" y="1813610"/>
                  <a:pt x="6171044" y="1851709"/>
                  <a:pt x="6162851" y="1904673"/>
                </a:cubicBezTo>
                <a:cubicBezTo>
                  <a:pt x="6162090" y="1910004"/>
                  <a:pt x="6167233" y="1915912"/>
                  <a:pt x="6168567" y="1921817"/>
                </a:cubicBezTo>
                <a:cubicBezTo>
                  <a:pt x="6172188" y="1938009"/>
                  <a:pt x="6176566" y="1954202"/>
                  <a:pt x="6178283" y="1970586"/>
                </a:cubicBezTo>
                <a:cubicBezTo>
                  <a:pt x="6180570" y="1990589"/>
                  <a:pt x="6179809" y="2010974"/>
                  <a:pt x="6181713" y="2030977"/>
                </a:cubicBezTo>
                <a:cubicBezTo>
                  <a:pt x="6182856" y="2043835"/>
                  <a:pt x="6184951" y="2056600"/>
                  <a:pt x="6186761" y="2069340"/>
                </a:cubicBezTo>
                <a:lnTo>
                  <a:pt x="6187012" y="2072225"/>
                </a:lnTo>
                <a:lnTo>
                  <a:pt x="6187012" y="2131532"/>
                </a:lnTo>
                <a:lnTo>
                  <a:pt x="6186141" y="2138304"/>
                </a:lnTo>
                <a:cubicBezTo>
                  <a:pt x="6183950" y="2148519"/>
                  <a:pt x="6181332" y="2158712"/>
                  <a:pt x="6179617" y="2168903"/>
                </a:cubicBezTo>
                <a:cubicBezTo>
                  <a:pt x="6174854" y="2197670"/>
                  <a:pt x="6176188" y="2229296"/>
                  <a:pt x="6163995" y="2254633"/>
                </a:cubicBezTo>
                <a:cubicBezTo>
                  <a:pt x="6151041" y="2281683"/>
                  <a:pt x="6145135" y="2307402"/>
                  <a:pt x="6149135" y="2335405"/>
                </a:cubicBezTo>
                <a:cubicBezTo>
                  <a:pt x="6150469" y="2344741"/>
                  <a:pt x="6158471" y="2356744"/>
                  <a:pt x="6166661" y="2360933"/>
                </a:cubicBezTo>
                <a:cubicBezTo>
                  <a:pt x="6184950" y="2370270"/>
                  <a:pt x="6188190" y="2383032"/>
                  <a:pt x="6181902" y="2400369"/>
                </a:cubicBezTo>
                <a:cubicBezTo>
                  <a:pt x="6176566" y="2415420"/>
                  <a:pt x="6173901" y="2433897"/>
                  <a:pt x="6163613" y="2444184"/>
                </a:cubicBezTo>
                <a:cubicBezTo>
                  <a:pt x="6134467" y="2473333"/>
                  <a:pt x="6133515" y="2510483"/>
                  <a:pt x="6125705" y="2546678"/>
                </a:cubicBezTo>
                <a:cubicBezTo>
                  <a:pt x="6120940" y="2568774"/>
                  <a:pt x="6120750" y="2589352"/>
                  <a:pt x="6123988" y="2611450"/>
                </a:cubicBezTo>
                <a:cubicBezTo>
                  <a:pt x="6131227" y="2659455"/>
                  <a:pt x="6120940" y="2706131"/>
                  <a:pt x="6107796" y="2752235"/>
                </a:cubicBezTo>
                <a:cubicBezTo>
                  <a:pt x="6099034" y="2782716"/>
                  <a:pt x="6093699" y="2813958"/>
                  <a:pt x="6084744" y="2844248"/>
                </a:cubicBezTo>
                <a:cubicBezTo>
                  <a:pt x="6077886" y="2866918"/>
                  <a:pt x="6069694" y="2889587"/>
                  <a:pt x="6058646" y="2910353"/>
                </a:cubicBezTo>
                <a:cubicBezTo>
                  <a:pt x="6042452" y="2940455"/>
                  <a:pt x="6018067" y="2966742"/>
                  <a:pt x="6024544" y="3005035"/>
                </a:cubicBezTo>
                <a:cubicBezTo>
                  <a:pt x="6030260" y="3038756"/>
                  <a:pt x="6018259" y="3069235"/>
                  <a:pt x="6006828" y="3100099"/>
                </a:cubicBezTo>
                <a:cubicBezTo>
                  <a:pt x="5998446" y="3122770"/>
                  <a:pt x="5989871" y="3145436"/>
                  <a:pt x="5984537" y="3168870"/>
                </a:cubicBezTo>
                <a:cubicBezTo>
                  <a:pt x="5978251" y="3196686"/>
                  <a:pt x="5980920" y="3228119"/>
                  <a:pt x="5969297" y="3252885"/>
                </a:cubicBezTo>
                <a:cubicBezTo>
                  <a:pt x="5957105" y="3278795"/>
                  <a:pt x="5965297" y="3300319"/>
                  <a:pt x="5968726" y="3323372"/>
                </a:cubicBezTo>
                <a:cubicBezTo>
                  <a:pt x="5974061" y="3360139"/>
                  <a:pt x="5983967" y="3396719"/>
                  <a:pt x="5971395" y="3433866"/>
                </a:cubicBezTo>
                <a:cubicBezTo>
                  <a:pt x="5956153" y="3479015"/>
                  <a:pt x="5939769" y="3523785"/>
                  <a:pt x="5925292" y="3569124"/>
                </a:cubicBezTo>
                <a:cubicBezTo>
                  <a:pt x="5919765" y="3586653"/>
                  <a:pt x="5917479" y="3605509"/>
                  <a:pt x="5915003" y="3623799"/>
                </a:cubicBezTo>
                <a:cubicBezTo>
                  <a:pt x="5912906" y="3641134"/>
                  <a:pt x="5918242" y="3661899"/>
                  <a:pt x="5910241" y="3675238"/>
                </a:cubicBezTo>
                <a:cubicBezTo>
                  <a:pt x="5889667" y="3709529"/>
                  <a:pt x="5879569" y="3744770"/>
                  <a:pt x="5879569" y="3784397"/>
                </a:cubicBezTo>
                <a:cubicBezTo>
                  <a:pt x="5879569" y="3799258"/>
                  <a:pt x="5870996" y="3813737"/>
                  <a:pt x="5869471" y="3828785"/>
                </a:cubicBezTo>
                <a:cubicBezTo>
                  <a:pt x="5867567" y="3849362"/>
                  <a:pt x="5862423" y="3872985"/>
                  <a:pt x="5869664" y="3890891"/>
                </a:cubicBezTo>
                <a:cubicBezTo>
                  <a:pt x="5886809" y="3932993"/>
                  <a:pt x="5872519" y="3967091"/>
                  <a:pt x="5855566" y="4003861"/>
                </a:cubicBezTo>
                <a:cubicBezTo>
                  <a:pt x="5838801" y="4040058"/>
                  <a:pt x="5825466" y="4078159"/>
                  <a:pt x="5814416" y="4116641"/>
                </a:cubicBezTo>
                <a:cubicBezTo>
                  <a:pt x="5810415" y="4131119"/>
                  <a:pt x="5817085" y="4148453"/>
                  <a:pt x="5818417" y="4164458"/>
                </a:cubicBezTo>
                <a:cubicBezTo>
                  <a:pt x="5818798" y="4170174"/>
                  <a:pt x="5819370" y="4176461"/>
                  <a:pt x="5817466" y="4181603"/>
                </a:cubicBezTo>
                <a:cubicBezTo>
                  <a:pt x="5799176" y="4231324"/>
                  <a:pt x="5785269" y="4281810"/>
                  <a:pt x="5794794" y="4335722"/>
                </a:cubicBezTo>
                <a:cubicBezTo>
                  <a:pt x="5795747" y="4340674"/>
                  <a:pt x="5793650" y="4346201"/>
                  <a:pt x="5792317" y="4351154"/>
                </a:cubicBezTo>
                <a:cubicBezTo>
                  <a:pt x="5785461" y="4375349"/>
                  <a:pt x="5774601" y="4398972"/>
                  <a:pt x="5772124" y="4423545"/>
                </a:cubicBezTo>
                <a:cubicBezTo>
                  <a:pt x="5766028" y="4484127"/>
                  <a:pt x="5763550" y="4545086"/>
                  <a:pt x="5759550" y="4606053"/>
                </a:cubicBezTo>
                <a:cubicBezTo>
                  <a:pt x="5759361" y="4609863"/>
                  <a:pt x="5759361" y="4613864"/>
                  <a:pt x="5758027" y="4617291"/>
                </a:cubicBezTo>
                <a:cubicBezTo>
                  <a:pt x="5749834" y="4639772"/>
                  <a:pt x="5752502" y="4659393"/>
                  <a:pt x="5768123" y="4678445"/>
                </a:cubicBezTo>
                <a:cubicBezTo>
                  <a:pt x="5774982" y="4686828"/>
                  <a:pt x="5778601" y="4698258"/>
                  <a:pt x="5782412" y="4708734"/>
                </a:cubicBezTo>
                <a:cubicBezTo>
                  <a:pt x="5788127" y="4724167"/>
                  <a:pt x="5793650" y="4739978"/>
                  <a:pt x="5797271" y="4755980"/>
                </a:cubicBezTo>
                <a:cubicBezTo>
                  <a:pt x="5800700" y="4771793"/>
                  <a:pt x="5805462" y="4788747"/>
                  <a:pt x="5802796" y="4803988"/>
                </a:cubicBezTo>
                <a:cubicBezTo>
                  <a:pt x="5798035" y="4831420"/>
                  <a:pt x="5787366" y="4857522"/>
                  <a:pt x="5780315" y="4884572"/>
                </a:cubicBezTo>
                <a:cubicBezTo>
                  <a:pt x="5777837" y="4893907"/>
                  <a:pt x="5778221" y="4904195"/>
                  <a:pt x="5778030" y="4913909"/>
                </a:cubicBezTo>
                <a:cubicBezTo>
                  <a:pt x="5777459" y="4936201"/>
                  <a:pt x="5782984" y="4959061"/>
                  <a:pt x="5767171" y="4979253"/>
                </a:cubicBezTo>
                <a:cubicBezTo>
                  <a:pt x="5752311" y="4997922"/>
                  <a:pt x="5756692" y="5016785"/>
                  <a:pt x="5767932" y="5036405"/>
                </a:cubicBezTo>
                <a:cubicBezTo>
                  <a:pt x="5775934" y="5050504"/>
                  <a:pt x="5782221" y="5066505"/>
                  <a:pt x="5785269" y="5082317"/>
                </a:cubicBezTo>
                <a:cubicBezTo>
                  <a:pt x="5789460" y="5104036"/>
                  <a:pt x="5791175" y="5125562"/>
                  <a:pt x="5788697" y="5148995"/>
                </a:cubicBezTo>
                <a:cubicBezTo>
                  <a:pt x="5786983" y="5165570"/>
                  <a:pt x="5786221" y="5179097"/>
                  <a:pt x="5776125" y="5192051"/>
                </a:cubicBezTo>
                <a:cubicBezTo>
                  <a:pt x="5774601" y="5194145"/>
                  <a:pt x="5774219" y="5197955"/>
                  <a:pt x="5774412" y="5200813"/>
                </a:cubicBezTo>
                <a:cubicBezTo>
                  <a:pt x="5777649" y="5238343"/>
                  <a:pt x="5775934" y="5275491"/>
                  <a:pt x="5773646" y="5313403"/>
                </a:cubicBezTo>
                <a:cubicBezTo>
                  <a:pt x="5770601" y="5361598"/>
                  <a:pt x="5779553" y="5412276"/>
                  <a:pt x="5811559" y="5453995"/>
                </a:cubicBezTo>
                <a:cubicBezTo>
                  <a:pt x="5816322" y="5460092"/>
                  <a:pt x="5818417" y="5469236"/>
                  <a:pt x="5819562" y="5477239"/>
                </a:cubicBezTo>
                <a:cubicBezTo>
                  <a:pt x="5824514" y="5514957"/>
                  <a:pt x="5827942" y="5552869"/>
                  <a:pt x="5833467" y="5590590"/>
                </a:cubicBezTo>
                <a:cubicBezTo>
                  <a:pt x="5836516" y="5611164"/>
                  <a:pt x="5839182" y="5632691"/>
                  <a:pt x="5847565" y="5651360"/>
                </a:cubicBezTo>
                <a:cubicBezTo>
                  <a:pt x="5855756" y="5669647"/>
                  <a:pt x="5865471" y="5684320"/>
                  <a:pt x="5848327" y="5695178"/>
                </a:cubicBezTo>
                <a:cubicBezTo>
                  <a:pt x="5857471" y="5714607"/>
                  <a:pt x="5865092" y="5731564"/>
                  <a:pt x="5873282" y="5748136"/>
                </a:cubicBezTo>
                <a:cubicBezTo>
                  <a:pt x="5876329" y="5754234"/>
                  <a:pt x="5881284" y="5759378"/>
                  <a:pt x="5884142" y="5765474"/>
                </a:cubicBezTo>
                <a:cubicBezTo>
                  <a:pt x="5887190" y="5771953"/>
                  <a:pt x="5889094" y="5779191"/>
                  <a:pt x="5890620" y="5786239"/>
                </a:cubicBezTo>
                <a:cubicBezTo>
                  <a:pt x="5897477" y="5817674"/>
                  <a:pt x="5903763" y="5849107"/>
                  <a:pt x="5911194" y="5880348"/>
                </a:cubicBezTo>
                <a:cubicBezTo>
                  <a:pt x="5912717" y="5886447"/>
                  <a:pt x="5918813" y="5891590"/>
                  <a:pt x="5922813" y="5897114"/>
                </a:cubicBezTo>
                <a:cubicBezTo>
                  <a:pt x="5925481" y="5900735"/>
                  <a:pt x="5929482" y="5904353"/>
                  <a:pt x="5930054" y="5908355"/>
                </a:cubicBezTo>
                <a:cubicBezTo>
                  <a:pt x="5934626" y="5938836"/>
                  <a:pt x="5939961" y="5969124"/>
                  <a:pt x="5942246" y="5999796"/>
                </a:cubicBezTo>
                <a:cubicBezTo>
                  <a:pt x="5944149" y="6025515"/>
                  <a:pt x="5943580" y="6050282"/>
                  <a:pt x="5976728" y="6056948"/>
                </a:cubicBezTo>
                <a:cubicBezTo>
                  <a:pt x="5982443" y="6058092"/>
                  <a:pt x="5988540" y="6066284"/>
                  <a:pt x="5991396" y="6072569"/>
                </a:cubicBezTo>
                <a:cubicBezTo>
                  <a:pt x="5999589" y="6090477"/>
                  <a:pt x="6005113" y="6109530"/>
                  <a:pt x="6013494" y="6127247"/>
                </a:cubicBezTo>
                <a:cubicBezTo>
                  <a:pt x="6041500" y="6185351"/>
                  <a:pt x="6059217" y="6246121"/>
                  <a:pt x="6055978" y="6311084"/>
                </a:cubicBezTo>
                <a:cubicBezTo>
                  <a:pt x="6055026" y="6331277"/>
                  <a:pt x="6044737" y="6350899"/>
                  <a:pt x="6040926" y="6363664"/>
                </a:cubicBezTo>
                <a:cubicBezTo>
                  <a:pt x="6055978" y="6400429"/>
                  <a:pt x="6070456" y="6431292"/>
                  <a:pt x="6081315" y="6463490"/>
                </a:cubicBezTo>
                <a:cubicBezTo>
                  <a:pt x="6091031" y="6491874"/>
                  <a:pt x="6097127" y="6521593"/>
                  <a:pt x="6104175" y="6550742"/>
                </a:cubicBezTo>
                <a:cubicBezTo>
                  <a:pt x="6106844" y="6561411"/>
                  <a:pt x="6108367" y="6572269"/>
                  <a:pt x="6109702" y="6583128"/>
                </a:cubicBezTo>
                <a:cubicBezTo>
                  <a:pt x="6113892" y="6617036"/>
                  <a:pt x="6103795" y="6652472"/>
                  <a:pt x="6119798" y="6685617"/>
                </a:cubicBezTo>
                <a:cubicBezTo>
                  <a:pt x="6128180" y="6702955"/>
                  <a:pt x="6138276" y="6720103"/>
                  <a:pt x="6142658" y="6738388"/>
                </a:cubicBezTo>
                <a:cubicBezTo>
                  <a:pt x="6147421" y="6758011"/>
                  <a:pt x="6154851" y="6777207"/>
                  <a:pt x="6160162" y="6796804"/>
                </a:cubicBezTo>
                <a:lnTo>
                  <a:pt x="6164933" y="6857457"/>
                </a:lnTo>
                <a:lnTo>
                  <a:pt x="6037694" y="6857457"/>
                </a:lnTo>
                <a:lnTo>
                  <a:pt x="6037694" y="6857998"/>
                </a:lnTo>
                <a:lnTo>
                  <a:pt x="0" y="6857998"/>
                </a:lnTo>
                <a:close/>
              </a:path>
            </a:pathLst>
          </a:custGeom>
          <a:effectLst>
            <a:outerShdw blurRad="381000" dist="152400" algn="tl" rotWithShape="0">
              <a:prstClr val="black">
                <a:alpha val="1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8563604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325166D1-1B21-4128-AC42-61745528E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82876A-E254-7349-D5C0-B0F0C1CFB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716" y="1449011"/>
            <a:ext cx="4391024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panose="00000500000000000000" pitchFamily="2" charset="0"/>
              </a:rPr>
              <a:t>Introduction</a:t>
            </a:r>
          </a:p>
        </p:txBody>
      </p:sp>
      <p:pic>
        <p:nvPicPr>
          <p:cNvPr id="5" name="Content Placeholder 4" descr="Democratic Republic of the Congo national official state flag in a computer technological world">
            <a:extLst>
              <a:ext uri="{FF2B5EF4-FFF2-40B4-BE49-F238E27FC236}">
                <a16:creationId xmlns:a16="http://schemas.microsoft.com/office/drawing/2014/main" id="{6F343517-C5FA-4D55-B9D6-DB4505CA1D3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34664" r="5116" b="-2"/>
          <a:stretch>
            <a:fillRect/>
          </a:stretch>
        </p:blipFill>
        <p:spPr>
          <a:xfrm>
            <a:off x="20" y="2"/>
            <a:ext cx="6186992" cy="6857998"/>
          </a:xfrm>
          <a:custGeom>
            <a:avLst/>
            <a:gdLst/>
            <a:ahLst/>
            <a:cxnLst/>
            <a:rect l="l" t="t" r="r" b="b"/>
            <a:pathLst>
              <a:path w="6187012" h="6857998">
                <a:moveTo>
                  <a:pt x="5434855" y="6118149"/>
                </a:moveTo>
                <a:cubicBezTo>
                  <a:pt x="5441404" y="6124102"/>
                  <a:pt x="5449025" y="6129341"/>
                  <a:pt x="5456075" y="6133723"/>
                </a:cubicBezTo>
                <a:cubicBezTo>
                  <a:pt x="5463218" y="6138152"/>
                  <a:pt x="5468564" y="6143474"/>
                  <a:pt x="5472234" y="6149380"/>
                </a:cubicBezTo>
                <a:lnTo>
                  <a:pt x="5477710" y="6166562"/>
                </a:lnTo>
                <a:lnTo>
                  <a:pt x="5472234" y="6149379"/>
                </a:lnTo>
                <a:cubicBezTo>
                  <a:pt x="5468564" y="6143474"/>
                  <a:pt x="5463218" y="6138152"/>
                  <a:pt x="5456075" y="6133722"/>
                </a:cubicBezTo>
                <a:cubicBezTo>
                  <a:pt x="5449025" y="6129341"/>
                  <a:pt x="5441404" y="6124102"/>
                  <a:pt x="5434855" y="6118149"/>
                </a:cubicBezTo>
                <a:close/>
                <a:moveTo>
                  <a:pt x="5343013" y="4941372"/>
                </a:moveTo>
                <a:lnTo>
                  <a:pt x="5346342" y="4950869"/>
                </a:lnTo>
                <a:lnTo>
                  <a:pt x="5356027" y="4991382"/>
                </a:lnTo>
                <a:lnTo>
                  <a:pt x="5346342" y="4950868"/>
                </a:lnTo>
                <a:close/>
                <a:moveTo>
                  <a:pt x="5346951" y="4749807"/>
                </a:moveTo>
                <a:cubicBezTo>
                  <a:pt x="5334815" y="4762826"/>
                  <a:pt x="5333958" y="4781365"/>
                  <a:pt x="5332244" y="4799797"/>
                </a:cubicBezTo>
                <a:cubicBezTo>
                  <a:pt x="5333958" y="4781365"/>
                  <a:pt x="5334815" y="4762827"/>
                  <a:pt x="5346951" y="4749807"/>
                </a:cubicBezTo>
                <a:close/>
                <a:moveTo>
                  <a:pt x="5364750" y="4543185"/>
                </a:moveTo>
                <a:cubicBezTo>
                  <a:pt x="5365727" y="4548281"/>
                  <a:pt x="5367775" y="4553662"/>
                  <a:pt x="5370156" y="4557092"/>
                </a:cubicBezTo>
                <a:cubicBezTo>
                  <a:pt x="5381776" y="4573618"/>
                  <a:pt x="5390563" y="4588275"/>
                  <a:pt x="5396519" y="4602021"/>
                </a:cubicBezTo>
                <a:cubicBezTo>
                  <a:pt x="5390563" y="4588275"/>
                  <a:pt x="5381776" y="4573618"/>
                  <a:pt x="5370156" y="4557091"/>
                </a:cubicBezTo>
                <a:close/>
                <a:moveTo>
                  <a:pt x="5830968" y="2819253"/>
                </a:moveTo>
                <a:lnTo>
                  <a:pt x="5842611" y="2827484"/>
                </a:lnTo>
                <a:lnTo>
                  <a:pt x="5842613" y="2827486"/>
                </a:lnTo>
                <a:lnTo>
                  <a:pt x="5871116" y="2861156"/>
                </a:lnTo>
                <a:lnTo>
                  <a:pt x="5861462" y="2842392"/>
                </a:lnTo>
                <a:lnTo>
                  <a:pt x="5842613" y="2827486"/>
                </a:lnTo>
                <a:lnTo>
                  <a:pt x="5842611" y="2827483"/>
                </a:lnTo>
                <a:close/>
                <a:moveTo>
                  <a:pt x="5761313" y="1974015"/>
                </a:moveTo>
                <a:lnTo>
                  <a:pt x="5754799" y="1999763"/>
                </a:lnTo>
                <a:cubicBezTo>
                  <a:pt x="5750990" y="2008056"/>
                  <a:pt x="5745310" y="2016020"/>
                  <a:pt x="5737071" y="2023547"/>
                </a:cubicBezTo>
                <a:cubicBezTo>
                  <a:pt x="5753550" y="2008497"/>
                  <a:pt x="5759789" y="1991685"/>
                  <a:pt x="5761313" y="1974015"/>
                </a:cubicBezTo>
                <a:close/>
                <a:moveTo>
                  <a:pt x="5744119" y="1768838"/>
                </a:moveTo>
                <a:cubicBezTo>
                  <a:pt x="5739738" y="1774411"/>
                  <a:pt x="5736975" y="1779948"/>
                  <a:pt x="5735518" y="1785412"/>
                </a:cubicBezTo>
                <a:lnTo>
                  <a:pt x="5734738" y="1801558"/>
                </a:lnTo>
                <a:cubicBezTo>
                  <a:pt x="5733070" y="1790986"/>
                  <a:pt x="5735356" y="1779981"/>
                  <a:pt x="5744119" y="1768838"/>
                </a:cubicBezTo>
                <a:close/>
                <a:moveTo>
                  <a:pt x="5853708" y="520953"/>
                </a:moveTo>
                <a:lnTo>
                  <a:pt x="5846981" y="549926"/>
                </a:lnTo>
                <a:lnTo>
                  <a:pt x="5840726" y="566616"/>
                </a:lnTo>
                <a:lnTo>
                  <a:pt x="5834776" y="581804"/>
                </a:lnTo>
                <a:lnTo>
                  <a:pt x="5834358" y="583595"/>
                </a:lnTo>
                <a:lnTo>
                  <a:pt x="5832183" y="589388"/>
                </a:lnTo>
                <a:cubicBezTo>
                  <a:pt x="5829783" y="597005"/>
                  <a:pt x="5828025" y="604728"/>
                  <a:pt x="5827560" y="612658"/>
                </a:cubicBezTo>
                <a:lnTo>
                  <a:pt x="5834358" y="583595"/>
                </a:lnTo>
                <a:lnTo>
                  <a:pt x="5840674" y="566754"/>
                </a:lnTo>
                <a:lnTo>
                  <a:pt x="5840726" y="566616"/>
                </a:lnTo>
                <a:lnTo>
                  <a:pt x="5846564" y="551717"/>
                </a:lnTo>
                <a:lnTo>
                  <a:pt x="5846981" y="549926"/>
                </a:lnTo>
                <a:lnTo>
                  <a:pt x="5849145" y="544146"/>
                </a:lnTo>
                <a:cubicBezTo>
                  <a:pt x="5851532" y="536547"/>
                  <a:pt x="5853271" y="528850"/>
                  <a:pt x="5853708" y="520953"/>
                </a:cubicBezTo>
                <a:close/>
                <a:moveTo>
                  <a:pt x="5802605" y="268794"/>
                </a:moveTo>
                <a:cubicBezTo>
                  <a:pt x="5800080" y="279176"/>
                  <a:pt x="5798377" y="289296"/>
                  <a:pt x="5797729" y="299164"/>
                </a:cubicBezTo>
                <a:cubicBezTo>
                  <a:pt x="5797080" y="309031"/>
                  <a:pt x="5797485" y="318646"/>
                  <a:pt x="5799176" y="328017"/>
                </a:cubicBezTo>
                <a:close/>
                <a:moveTo>
                  <a:pt x="0" y="0"/>
                </a:moveTo>
                <a:lnTo>
                  <a:pt x="6120021" y="0"/>
                </a:lnTo>
                <a:lnTo>
                  <a:pt x="6115806" y="24480"/>
                </a:lnTo>
                <a:cubicBezTo>
                  <a:pt x="6113321" y="32636"/>
                  <a:pt x="6109559" y="40471"/>
                  <a:pt x="6103795" y="47806"/>
                </a:cubicBezTo>
                <a:cubicBezTo>
                  <a:pt x="6088935" y="66857"/>
                  <a:pt x="6092364" y="85336"/>
                  <a:pt x="6094651" y="105718"/>
                </a:cubicBezTo>
                <a:cubicBezTo>
                  <a:pt x="6096365" y="121150"/>
                  <a:pt x="6095794" y="136963"/>
                  <a:pt x="6095986" y="152584"/>
                </a:cubicBezTo>
                <a:cubicBezTo>
                  <a:pt x="6096555" y="180017"/>
                  <a:pt x="6096746" y="207450"/>
                  <a:pt x="6097699" y="234883"/>
                </a:cubicBezTo>
                <a:cubicBezTo>
                  <a:pt x="6098079" y="243648"/>
                  <a:pt x="6102844" y="252600"/>
                  <a:pt x="6102082" y="261173"/>
                </a:cubicBezTo>
                <a:cubicBezTo>
                  <a:pt x="6098461" y="300800"/>
                  <a:pt x="6092746" y="340425"/>
                  <a:pt x="6089507" y="380050"/>
                </a:cubicBezTo>
                <a:cubicBezTo>
                  <a:pt x="6087603" y="402529"/>
                  <a:pt x="6091220" y="425581"/>
                  <a:pt x="6088555" y="447870"/>
                </a:cubicBezTo>
                <a:cubicBezTo>
                  <a:pt x="6085507" y="473587"/>
                  <a:pt x="6077697" y="498733"/>
                  <a:pt x="6072932" y="524262"/>
                </a:cubicBezTo>
                <a:cubicBezTo>
                  <a:pt x="6071600" y="531310"/>
                  <a:pt x="6073315" y="539121"/>
                  <a:pt x="6073694" y="546552"/>
                </a:cubicBezTo>
                <a:cubicBezTo>
                  <a:pt x="6074076" y="554933"/>
                  <a:pt x="6074838" y="563125"/>
                  <a:pt x="6075029" y="571508"/>
                </a:cubicBezTo>
                <a:cubicBezTo>
                  <a:pt x="6075411" y="597037"/>
                  <a:pt x="6074838" y="622564"/>
                  <a:pt x="6076173" y="648092"/>
                </a:cubicBezTo>
                <a:cubicBezTo>
                  <a:pt x="6076934" y="663713"/>
                  <a:pt x="6084744" y="680096"/>
                  <a:pt x="6081886" y="694576"/>
                </a:cubicBezTo>
                <a:cubicBezTo>
                  <a:pt x="6076363" y="724104"/>
                  <a:pt x="6088745" y="753633"/>
                  <a:pt x="6078459" y="783158"/>
                </a:cubicBezTo>
                <a:cubicBezTo>
                  <a:pt x="6075411" y="792306"/>
                  <a:pt x="6083031" y="804877"/>
                  <a:pt x="6083411" y="815929"/>
                </a:cubicBezTo>
                <a:cubicBezTo>
                  <a:pt x="6084363" y="843552"/>
                  <a:pt x="6084173" y="871173"/>
                  <a:pt x="6083983" y="898797"/>
                </a:cubicBezTo>
                <a:cubicBezTo>
                  <a:pt x="6083793" y="923562"/>
                  <a:pt x="6086459" y="949281"/>
                  <a:pt x="6081125" y="973095"/>
                </a:cubicBezTo>
                <a:cubicBezTo>
                  <a:pt x="6075411" y="998052"/>
                  <a:pt x="6076173" y="1020529"/>
                  <a:pt x="6082649" y="1044725"/>
                </a:cubicBezTo>
                <a:cubicBezTo>
                  <a:pt x="6087031" y="1061298"/>
                  <a:pt x="6087603" y="1078826"/>
                  <a:pt x="6088935" y="1095972"/>
                </a:cubicBezTo>
                <a:cubicBezTo>
                  <a:pt x="6090459" y="1114449"/>
                  <a:pt x="6086459" y="1134834"/>
                  <a:pt x="6092746" y="1151600"/>
                </a:cubicBezTo>
                <a:cubicBezTo>
                  <a:pt x="6111415" y="1201512"/>
                  <a:pt x="6115415" y="1252757"/>
                  <a:pt x="6115415" y="1304955"/>
                </a:cubicBezTo>
                <a:cubicBezTo>
                  <a:pt x="6115415" y="1314483"/>
                  <a:pt x="6112750" y="1324198"/>
                  <a:pt x="6109892" y="1333341"/>
                </a:cubicBezTo>
                <a:cubicBezTo>
                  <a:pt x="6092746" y="1386684"/>
                  <a:pt x="6094269" y="1440216"/>
                  <a:pt x="6104748" y="1494509"/>
                </a:cubicBezTo>
                <a:cubicBezTo>
                  <a:pt x="6107034" y="1505751"/>
                  <a:pt x="6107415" y="1518324"/>
                  <a:pt x="6105130" y="1529563"/>
                </a:cubicBezTo>
                <a:cubicBezTo>
                  <a:pt x="6098461" y="1561189"/>
                  <a:pt x="6087411" y="1591859"/>
                  <a:pt x="6082649" y="1623675"/>
                </a:cubicBezTo>
                <a:cubicBezTo>
                  <a:pt x="6074838" y="1676253"/>
                  <a:pt x="6101126" y="1721785"/>
                  <a:pt x="6118274" y="1768838"/>
                </a:cubicBezTo>
                <a:cubicBezTo>
                  <a:pt x="6134467" y="1813610"/>
                  <a:pt x="6171044" y="1851709"/>
                  <a:pt x="6162851" y="1904673"/>
                </a:cubicBezTo>
                <a:cubicBezTo>
                  <a:pt x="6162090" y="1910004"/>
                  <a:pt x="6167233" y="1915912"/>
                  <a:pt x="6168567" y="1921817"/>
                </a:cubicBezTo>
                <a:cubicBezTo>
                  <a:pt x="6172188" y="1938009"/>
                  <a:pt x="6176566" y="1954202"/>
                  <a:pt x="6178283" y="1970586"/>
                </a:cubicBezTo>
                <a:cubicBezTo>
                  <a:pt x="6180570" y="1990589"/>
                  <a:pt x="6179809" y="2010974"/>
                  <a:pt x="6181713" y="2030977"/>
                </a:cubicBezTo>
                <a:cubicBezTo>
                  <a:pt x="6182856" y="2043835"/>
                  <a:pt x="6184951" y="2056600"/>
                  <a:pt x="6186761" y="2069340"/>
                </a:cubicBezTo>
                <a:lnTo>
                  <a:pt x="6187012" y="2072225"/>
                </a:lnTo>
                <a:lnTo>
                  <a:pt x="6187012" y="2131532"/>
                </a:lnTo>
                <a:lnTo>
                  <a:pt x="6186141" y="2138304"/>
                </a:lnTo>
                <a:cubicBezTo>
                  <a:pt x="6183950" y="2148519"/>
                  <a:pt x="6181332" y="2158712"/>
                  <a:pt x="6179617" y="2168903"/>
                </a:cubicBezTo>
                <a:cubicBezTo>
                  <a:pt x="6174854" y="2197670"/>
                  <a:pt x="6176188" y="2229296"/>
                  <a:pt x="6163995" y="2254633"/>
                </a:cubicBezTo>
                <a:cubicBezTo>
                  <a:pt x="6151041" y="2281683"/>
                  <a:pt x="6145135" y="2307402"/>
                  <a:pt x="6149135" y="2335405"/>
                </a:cubicBezTo>
                <a:cubicBezTo>
                  <a:pt x="6150469" y="2344741"/>
                  <a:pt x="6158471" y="2356744"/>
                  <a:pt x="6166661" y="2360933"/>
                </a:cubicBezTo>
                <a:cubicBezTo>
                  <a:pt x="6184950" y="2370270"/>
                  <a:pt x="6188190" y="2383032"/>
                  <a:pt x="6181902" y="2400369"/>
                </a:cubicBezTo>
                <a:cubicBezTo>
                  <a:pt x="6176566" y="2415420"/>
                  <a:pt x="6173901" y="2433897"/>
                  <a:pt x="6163613" y="2444184"/>
                </a:cubicBezTo>
                <a:cubicBezTo>
                  <a:pt x="6134467" y="2473333"/>
                  <a:pt x="6133515" y="2510483"/>
                  <a:pt x="6125705" y="2546678"/>
                </a:cubicBezTo>
                <a:cubicBezTo>
                  <a:pt x="6120940" y="2568774"/>
                  <a:pt x="6120750" y="2589352"/>
                  <a:pt x="6123988" y="2611450"/>
                </a:cubicBezTo>
                <a:cubicBezTo>
                  <a:pt x="6131227" y="2659455"/>
                  <a:pt x="6120940" y="2706131"/>
                  <a:pt x="6107796" y="2752235"/>
                </a:cubicBezTo>
                <a:cubicBezTo>
                  <a:pt x="6099034" y="2782716"/>
                  <a:pt x="6093699" y="2813958"/>
                  <a:pt x="6084744" y="2844248"/>
                </a:cubicBezTo>
                <a:cubicBezTo>
                  <a:pt x="6077886" y="2866918"/>
                  <a:pt x="6069694" y="2889587"/>
                  <a:pt x="6058646" y="2910353"/>
                </a:cubicBezTo>
                <a:cubicBezTo>
                  <a:pt x="6042452" y="2940455"/>
                  <a:pt x="6018067" y="2966742"/>
                  <a:pt x="6024544" y="3005035"/>
                </a:cubicBezTo>
                <a:cubicBezTo>
                  <a:pt x="6030260" y="3038756"/>
                  <a:pt x="6018259" y="3069235"/>
                  <a:pt x="6006828" y="3100099"/>
                </a:cubicBezTo>
                <a:cubicBezTo>
                  <a:pt x="5998446" y="3122770"/>
                  <a:pt x="5989871" y="3145436"/>
                  <a:pt x="5984537" y="3168870"/>
                </a:cubicBezTo>
                <a:cubicBezTo>
                  <a:pt x="5978251" y="3196686"/>
                  <a:pt x="5980920" y="3228119"/>
                  <a:pt x="5969297" y="3252885"/>
                </a:cubicBezTo>
                <a:cubicBezTo>
                  <a:pt x="5957105" y="3278795"/>
                  <a:pt x="5965297" y="3300319"/>
                  <a:pt x="5968726" y="3323372"/>
                </a:cubicBezTo>
                <a:cubicBezTo>
                  <a:pt x="5974061" y="3360139"/>
                  <a:pt x="5983967" y="3396719"/>
                  <a:pt x="5971395" y="3433866"/>
                </a:cubicBezTo>
                <a:cubicBezTo>
                  <a:pt x="5956153" y="3479015"/>
                  <a:pt x="5939769" y="3523785"/>
                  <a:pt x="5925292" y="3569124"/>
                </a:cubicBezTo>
                <a:cubicBezTo>
                  <a:pt x="5919765" y="3586653"/>
                  <a:pt x="5917479" y="3605509"/>
                  <a:pt x="5915003" y="3623799"/>
                </a:cubicBezTo>
                <a:cubicBezTo>
                  <a:pt x="5912906" y="3641134"/>
                  <a:pt x="5918242" y="3661899"/>
                  <a:pt x="5910241" y="3675238"/>
                </a:cubicBezTo>
                <a:cubicBezTo>
                  <a:pt x="5889667" y="3709529"/>
                  <a:pt x="5879569" y="3744770"/>
                  <a:pt x="5879569" y="3784397"/>
                </a:cubicBezTo>
                <a:cubicBezTo>
                  <a:pt x="5879569" y="3799258"/>
                  <a:pt x="5870996" y="3813737"/>
                  <a:pt x="5869471" y="3828785"/>
                </a:cubicBezTo>
                <a:cubicBezTo>
                  <a:pt x="5867567" y="3849362"/>
                  <a:pt x="5862423" y="3872985"/>
                  <a:pt x="5869664" y="3890891"/>
                </a:cubicBezTo>
                <a:cubicBezTo>
                  <a:pt x="5886809" y="3932993"/>
                  <a:pt x="5872519" y="3967091"/>
                  <a:pt x="5855566" y="4003861"/>
                </a:cubicBezTo>
                <a:cubicBezTo>
                  <a:pt x="5838801" y="4040058"/>
                  <a:pt x="5825466" y="4078159"/>
                  <a:pt x="5814416" y="4116641"/>
                </a:cubicBezTo>
                <a:cubicBezTo>
                  <a:pt x="5810415" y="4131119"/>
                  <a:pt x="5817085" y="4148453"/>
                  <a:pt x="5818417" y="4164458"/>
                </a:cubicBezTo>
                <a:cubicBezTo>
                  <a:pt x="5818798" y="4170174"/>
                  <a:pt x="5819370" y="4176461"/>
                  <a:pt x="5817466" y="4181603"/>
                </a:cubicBezTo>
                <a:cubicBezTo>
                  <a:pt x="5799176" y="4231324"/>
                  <a:pt x="5785269" y="4281810"/>
                  <a:pt x="5794794" y="4335722"/>
                </a:cubicBezTo>
                <a:cubicBezTo>
                  <a:pt x="5795747" y="4340674"/>
                  <a:pt x="5793650" y="4346201"/>
                  <a:pt x="5792317" y="4351154"/>
                </a:cubicBezTo>
                <a:cubicBezTo>
                  <a:pt x="5785461" y="4375349"/>
                  <a:pt x="5774601" y="4398972"/>
                  <a:pt x="5772124" y="4423545"/>
                </a:cubicBezTo>
                <a:cubicBezTo>
                  <a:pt x="5766028" y="4484127"/>
                  <a:pt x="5763550" y="4545086"/>
                  <a:pt x="5759550" y="4606053"/>
                </a:cubicBezTo>
                <a:cubicBezTo>
                  <a:pt x="5759361" y="4609863"/>
                  <a:pt x="5759361" y="4613864"/>
                  <a:pt x="5758027" y="4617291"/>
                </a:cubicBezTo>
                <a:cubicBezTo>
                  <a:pt x="5749834" y="4639772"/>
                  <a:pt x="5752502" y="4659393"/>
                  <a:pt x="5768123" y="4678445"/>
                </a:cubicBezTo>
                <a:cubicBezTo>
                  <a:pt x="5774982" y="4686828"/>
                  <a:pt x="5778601" y="4698258"/>
                  <a:pt x="5782412" y="4708734"/>
                </a:cubicBezTo>
                <a:cubicBezTo>
                  <a:pt x="5788127" y="4724167"/>
                  <a:pt x="5793650" y="4739978"/>
                  <a:pt x="5797271" y="4755980"/>
                </a:cubicBezTo>
                <a:cubicBezTo>
                  <a:pt x="5800700" y="4771793"/>
                  <a:pt x="5805462" y="4788747"/>
                  <a:pt x="5802796" y="4803988"/>
                </a:cubicBezTo>
                <a:cubicBezTo>
                  <a:pt x="5798035" y="4831420"/>
                  <a:pt x="5787366" y="4857522"/>
                  <a:pt x="5780315" y="4884572"/>
                </a:cubicBezTo>
                <a:cubicBezTo>
                  <a:pt x="5777837" y="4893907"/>
                  <a:pt x="5778221" y="4904195"/>
                  <a:pt x="5778030" y="4913909"/>
                </a:cubicBezTo>
                <a:cubicBezTo>
                  <a:pt x="5777459" y="4936201"/>
                  <a:pt x="5782984" y="4959061"/>
                  <a:pt x="5767171" y="4979253"/>
                </a:cubicBezTo>
                <a:cubicBezTo>
                  <a:pt x="5752311" y="4997922"/>
                  <a:pt x="5756692" y="5016785"/>
                  <a:pt x="5767932" y="5036405"/>
                </a:cubicBezTo>
                <a:cubicBezTo>
                  <a:pt x="5775934" y="5050504"/>
                  <a:pt x="5782221" y="5066505"/>
                  <a:pt x="5785269" y="5082317"/>
                </a:cubicBezTo>
                <a:cubicBezTo>
                  <a:pt x="5789460" y="5104036"/>
                  <a:pt x="5791175" y="5125562"/>
                  <a:pt x="5788697" y="5148995"/>
                </a:cubicBezTo>
                <a:cubicBezTo>
                  <a:pt x="5786983" y="5165570"/>
                  <a:pt x="5786221" y="5179097"/>
                  <a:pt x="5776125" y="5192051"/>
                </a:cubicBezTo>
                <a:cubicBezTo>
                  <a:pt x="5774601" y="5194145"/>
                  <a:pt x="5774219" y="5197955"/>
                  <a:pt x="5774412" y="5200813"/>
                </a:cubicBezTo>
                <a:cubicBezTo>
                  <a:pt x="5777649" y="5238343"/>
                  <a:pt x="5775934" y="5275491"/>
                  <a:pt x="5773646" y="5313403"/>
                </a:cubicBezTo>
                <a:cubicBezTo>
                  <a:pt x="5770601" y="5361598"/>
                  <a:pt x="5779553" y="5412276"/>
                  <a:pt x="5811559" y="5453995"/>
                </a:cubicBezTo>
                <a:cubicBezTo>
                  <a:pt x="5816322" y="5460092"/>
                  <a:pt x="5818417" y="5469236"/>
                  <a:pt x="5819562" y="5477239"/>
                </a:cubicBezTo>
                <a:cubicBezTo>
                  <a:pt x="5824514" y="5514957"/>
                  <a:pt x="5827942" y="5552869"/>
                  <a:pt x="5833467" y="5590590"/>
                </a:cubicBezTo>
                <a:cubicBezTo>
                  <a:pt x="5836516" y="5611164"/>
                  <a:pt x="5839182" y="5632691"/>
                  <a:pt x="5847565" y="5651360"/>
                </a:cubicBezTo>
                <a:cubicBezTo>
                  <a:pt x="5855756" y="5669647"/>
                  <a:pt x="5865471" y="5684320"/>
                  <a:pt x="5848327" y="5695178"/>
                </a:cubicBezTo>
                <a:cubicBezTo>
                  <a:pt x="5857471" y="5714607"/>
                  <a:pt x="5865092" y="5731564"/>
                  <a:pt x="5873282" y="5748136"/>
                </a:cubicBezTo>
                <a:cubicBezTo>
                  <a:pt x="5876329" y="5754234"/>
                  <a:pt x="5881284" y="5759378"/>
                  <a:pt x="5884142" y="5765474"/>
                </a:cubicBezTo>
                <a:cubicBezTo>
                  <a:pt x="5887190" y="5771953"/>
                  <a:pt x="5889094" y="5779191"/>
                  <a:pt x="5890620" y="5786239"/>
                </a:cubicBezTo>
                <a:cubicBezTo>
                  <a:pt x="5897477" y="5817674"/>
                  <a:pt x="5903763" y="5849107"/>
                  <a:pt x="5911194" y="5880348"/>
                </a:cubicBezTo>
                <a:cubicBezTo>
                  <a:pt x="5912717" y="5886447"/>
                  <a:pt x="5918813" y="5891590"/>
                  <a:pt x="5922813" y="5897114"/>
                </a:cubicBezTo>
                <a:cubicBezTo>
                  <a:pt x="5925481" y="5900735"/>
                  <a:pt x="5929482" y="5904353"/>
                  <a:pt x="5930054" y="5908355"/>
                </a:cubicBezTo>
                <a:cubicBezTo>
                  <a:pt x="5934626" y="5938836"/>
                  <a:pt x="5939961" y="5969124"/>
                  <a:pt x="5942246" y="5999796"/>
                </a:cubicBezTo>
                <a:cubicBezTo>
                  <a:pt x="5944149" y="6025515"/>
                  <a:pt x="5943580" y="6050282"/>
                  <a:pt x="5976728" y="6056948"/>
                </a:cubicBezTo>
                <a:cubicBezTo>
                  <a:pt x="5982443" y="6058092"/>
                  <a:pt x="5988540" y="6066284"/>
                  <a:pt x="5991396" y="6072569"/>
                </a:cubicBezTo>
                <a:cubicBezTo>
                  <a:pt x="5999589" y="6090477"/>
                  <a:pt x="6005113" y="6109530"/>
                  <a:pt x="6013494" y="6127247"/>
                </a:cubicBezTo>
                <a:cubicBezTo>
                  <a:pt x="6041500" y="6185351"/>
                  <a:pt x="6059217" y="6246121"/>
                  <a:pt x="6055978" y="6311084"/>
                </a:cubicBezTo>
                <a:cubicBezTo>
                  <a:pt x="6055026" y="6331277"/>
                  <a:pt x="6044737" y="6350899"/>
                  <a:pt x="6040926" y="6363664"/>
                </a:cubicBezTo>
                <a:cubicBezTo>
                  <a:pt x="6055978" y="6400429"/>
                  <a:pt x="6070456" y="6431292"/>
                  <a:pt x="6081315" y="6463490"/>
                </a:cubicBezTo>
                <a:cubicBezTo>
                  <a:pt x="6091031" y="6491874"/>
                  <a:pt x="6097127" y="6521593"/>
                  <a:pt x="6104175" y="6550742"/>
                </a:cubicBezTo>
                <a:cubicBezTo>
                  <a:pt x="6106844" y="6561411"/>
                  <a:pt x="6108367" y="6572269"/>
                  <a:pt x="6109702" y="6583128"/>
                </a:cubicBezTo>
                <a:cubicBezTo>
                  <a:pt x="6113892" y="6617036"/>
                  <a:pt x="6103795" y="6652472"/>
                  <a:pt x="6119798" y="6685617"/>
                </a:cubicBezTo>
                <a:cubicBezTo>
                  <a:pt x="6128180" y="6702955"/>
                  <a:pt x="6138276" y="6720103"/>
                  <a:pt x="6142658" y="6738388"/>
                </a:cubicBezTo>
                <a:cubicBezTo>
                  <a:pt x="6147421" y="6758011"/>
                  <a:pt x="6154851" y="6777207"/>
                  <a:pt x="6160162" y="6796804"/>
                </a:cubicBezTo>
                <a:lnTo>
                  <a:pt x="6164933" y="6857457"/>
                </a:lnTo>
                <a:lnTo>
                  <a:pt x="6037694" y="6857457"/>
                </a:lnTo>
                <a:lnTo>
                  <a:pt x="6037694" y="6857998"/>
                </a:lnTo>
                <a:lnTo>
                  <a:pt x="0" y="6857998"/>
                </a:lnTo>
                <a:close/>
              </a:path>
            </a:pathLst>
          </a:custGeom>
          <a:effectLst>
            <a:outerShdw blurRad="381000" dist="152400" algn="tl" rotWithShape="0">
              <a:prstClr val="black">
                <a:alpha val="10000"/>
              </a:prstClr>
            </a:outerShdw>
          </a:effectLst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E6517BAC-C80F-4065-90D8-703493E0B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95368" y="0"/>
            <a:ext cx="874718" cy="6857455"/>
            <a:chOff x="5395368" y="0"/>
            <a:chExt cx="874718" cy="6857455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84DCDA5-A261-4103-B44C-068DCEA033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2404000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4E59A2A1-1352-47AA-80C2-0FF537594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2403998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4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7A79C9-6967-70AC-50B8-AD64A0F1E6D7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929718" y="2572872"/>
            <a:ext cx="4540623" cy="3655650"/>
          </a:xfrm>
        </p:spPr>
        <p:txBody>
          <a:bodyPr>
            <a:normAutofit/>
          </a:bodyPr>
          <a:lstStyle/>
          <a:p>
            <a:pPr>
              <a:spcBef>
                <a:spcPts val="2500"/>
              </a:spcBef>
            </a:pPr>
            <a:r>
              <a:rPr lang="en-GB" sz="1400" b="1" dirty="0">
                <a:solidFill>
                  <a:schemeClr val="bg1">
                    <a:alpha val="80000"/>
                  </a:schemeClr>
                </a:solidFill>
                <a:latin typeface="Montserrat" panose="00000500000000000000" pitchFamily="2" charset="0"/>
              </a:rPr>
              <a:t>In a Nutshell</a:t>
            </a:r>
          </a:p>
          <a:p>
            <a:pPr marL="0" lvl="1" indent="0">
              <a:buNone/>
            </a:pPr>
            <a:r>
              <a:rPr lang="en-GB" sz="1200" dirty="0">
                <a:solidFill>
                  <a:schemeClr val="bg1">
                    <a:alpha val="80000"/>
                  </a:schemeClr>
                </a:solidFill>
                <a:latin typeface="Montserrat" panose="00000500000000000000" pitchFamily="2" charset="0"/>
              </a:rPr>
              <a:t>Post-lecture web app for COS214 that helps students recognise, diagram and implement the Factory Method (FM) pattern in C++, and shows when a student needs intervention.</a:t>
            </a:r>
          </a:p>
          <a:p>
            <a:pPr marL="0" lvl="1" indent="0">
              <a:buNone/>
            </a:pPr>
            <a:endParaRPr lang="en-GB" sz="1100" b="1" dirty="0">
              <a:solidFill>
                <a:schemeClr val="bg1">
                  <a:alpha val="80000"/>
                </a:schemeClr>
              </a:solidFill>
              <a:latin typeface="Montserrat" panose="00000500000000000000" pitchFamily="2" charset="0"/>
            </a:endParaRPr>
          </a:p>
          <a:p>
            <a:pPr marL="285750" lvl="1" indent="-285750"/>
            <a:r>
              <a:rPr lang="en-GB" sz="1400" b="1" dirty="0">
                <a:solidFill>
                  <a:schemeClr val="bg1">
                    <a:alpha val="80000"/>
                  </a:schemeClr>
                </a:solidFill>
                <a:latin typeface="Montserrat" panose="00000500000000000000" pitchFamily="2" charset="0"/>
              </a:rPr>
              <a:t>Our COS214 experience</a:t>
            </a:r>
          </a:p>
          <a:p>
            <a:pPr marL="0" lvl="1" indent="0">
              <a:buNone/>
            </a:pPr>
            <a:r>
              <a:rPr lang="en-GB" sz="1200" dirty="0">
                <a:solidFill>
                  <a:schemeClr val="bg1">
                    <a:alpha val="80000"/>
                  </a:schemeClr>
                </a:solidFill>
                <a:latin typeface="Montserrat" panose="00000500000000000000" pitchFamily="2" charset="0"/>
              </a:rPr>
              <a:t>Students often confuse FM with “wrapper around new”, keep clients coupled to concrete classes, and struggle to connect UML diagrams with C++ code. The app gives structured practice and feedback on these pain points.</a:t>
            </a:r>
          </a:p>
          <a:p>
            <a:pPr marL="0" lvl="1" indent="0">
              <a:buNone/>
            </a:pPr>
            <a:endParaRPr lang="en-GB" sz="1100" dirty="0">
              <a:solidFill>
                <a:schemeClr val="bg1">
                  <a:alpha val="80000"/>
                </a:schemeClr>
              </a:solidFill>
              <a:latin typeface="Montserrat" panose="00000500000000000000" pitchFamily="2" charset="0"/>
            </a:endParaRPr>
          </a:p>
          <a:p>
            <a:pPr marL="285750" lvl="1" indent="-285750"/>
            <a:r>
              <a:rPr lang="en-GB" sz="1400" b="1" dirty="0">
                <a:solidFill>
                  <a:schemeClr val="bg1">
                    <a:alpha val="80000"/>
                  </a:schemeClr>
                </a:solidFill>
                <a:latin typeface="Montserrat" panose="00000500000000000000" pitchFamily="2" charset="0"/>
              </a:rPr>
              <a:t>Educational Software Development</a:t>
            </a:r>
          </a:p>
          <a:p>
            <a:pPr marL="0" lvl="1" indent="0">
              <a:buNone/>
            </a:pPr>
            <a:r>
              <a:rPr lang="en-GB" sz="1200" dirty="0">
                <a:solidFill>
                  <a:schemeClr val="bg1">
                    <a:alpha val="80000"/>
                  </a:schemeClr>
                </a:solidFill>
                <a:latin typeface="Montserrat" panose="00000500000000000000" pitchFamily="2" charset="0"/>
              </a:rPr>
              <a:t>The app prototype is designed using a Dick &amp; Carey Instructional Design model and a Software Engineering approach. </a:t>
            </a:r>
          </a:p>
          <a:p>
            <a:pPr marL="0" lvl="1" indent="0">
              <a:buNone/>
            </a:pPr>
            <a:r>
              <a:rPr lang="en-GB" sz="1200" dirty="0">
                <a:solidFill>
                  <a:schemeClr val="bg1">
                    <a:alpha val="80000"/>
                  </a:schemeClr>
                </a:solidFill>
                <a:latin typeface="Montserrat" panose="00000500000000000000" pitchFamily="2" charset="0"/>
              </a:rPr>
              <a:t>We’ll do the live demo after layout out the theory.</a:t>
            </a:r>
            <a:endParaRPr lang="en-ZA" sz="1200" dirty="0">
              <a:solidFill>
                <a:schemeClr val="bg1">
                  <a:alpha val="80000"/>
                </a:schemeClr>
              </a:solidFill>
              <a:latin typeface="Montserrat" panose="00000500000000000000" pitchFamily="2" charset="0"/>
            </a:endParaRPr>
          </a:p>
        </p:txBody>
      </p:sp>
      <p:pic>
        <p:nvPicPr>
          <p:cNvPr id="6" name="Content Placeholder 4" descr="Student seated in classroom at table, reading tablet">
            <a:extLst>
              <a:ext uri="{FF2B5EF4-FFF2-40B4-BE49-F238E27FC236}">
                <a16:creationId xmlns:a16="http://schemas.microsoft.com/office/drawing/2014/main" id="{E308A775-C4A5-9018-C500-38F289419D5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0"/>
          </a:blip>
          <a:srcRect t="7754" r="23289" b="1337"/>
          <a:stretch>
            <a:fillRect/>
          </a:stretch>
        </p:blipFill>
        <p:spPr>
          <a:xfrm>
            <a:off x="10859728" y="790723"/>
            <a:ext cx="8669532" cy="6857990"/>
          </a:xfrm>
          <a:prstGeom prst="rect">
            <a:avLst/>
          </a:prstGeom>
        </p:spPr>
      </p:pic>
      <p:pic>
        <p:nvPicPr>
          <p:cNvPr id="7" name="Content Placeholder 4" descr="A network of dots and circles&#10;&#10;AI-generated content may be incorrect.">
            <a:extLst>
              <a:ext uri="{FF2B5EF4-FFF2-40B4-BE49-F238E27FC236}">
                <a16:creationId xmlns:a16="http://schemas.microsoft.com/office/drawing/2014/main" id="{D7BFFE2C-2BAF-BB35-A9E9-B975ECDC815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04" b="25850"/>
          <a:stretch>
            <a:fillRect/>
          </a:stretch>
        </p:blipFill>
        <p:spPr>
          <a:xfrm>
            <a:off x="-7114033" y="-4631426"/>
            <a:ext cx="1219200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246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4" descr="Democratic Republic of the Congo national official state flag in a computer technological world">
            <a:extLst>
              <a:ext uri="{FF2B5EF4-FFF2-40B4-BE49-F238E27FC236}">
                <a16:creationId xmlns:a16="http://schemas.microsoft.com/office/drawing/2014/main" id="{FC06CD8B-F0AB-9E6C-BE5F-C8933E0A49F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9000"/>
          </a:blip>
          <a:srcRect l="34664" r="5116" b="-2"/>
          <a:stretch>
            <a:fillRect/>
          </a:stretch>
        </p:blipFill>
        <p:spPr>
          <a:xfrm>
            <a:off x="7750009" y="-8"/>
            <a:ext cx="6186992" cy="6857998"/>
          </a:xfrm>
          <a:custGeom>
            <a:avLst/>
            <a:gdLst/>
            <a:ahLst/>
            <a:cxnLst/>
            <a:rect l="l" t="t" r="r" b="b"/>
            <a:pathLst>
              <a:path w="6187012" h="6857998">
                <a:moveTo>
                  <a:pt x="5434855" y="6118149"/>
                </a:moveTo>
                <a:cubicBezTo>
                  <a:pt x="5441404" y="6124102"/>
                  <a:pt x="5449025" y="6129341"/>
                  <a:pt x="5456075" y="6133723"/>
                </a:cubicBezTo>
                <a:cubicBezTo>
                  <a:pt x="5463218" y="6138152"/>
                  <a:pt x="5468564" y="6143474"/>
                  <a:pt x="5472234" y="6149380"/>
                </a:cubicBezTo>
                <a:lnTo>
                  <a:pt x="5477710" y="6166562"/>
                </a:lnTo>
                <a:lnTo>
                  <a:pt x="5472234" y="6149379"/>
                </a:lnTo>
                <a:cubicBezTo>
                  <a:pt x="5468564" y="6143474"/>
                  <a:pt x="5463218" y="6138152"/>
                  <a:pt x="5456075" y="6133722"/>
                </a:cubicBezTo>
                <a:cubicBezTo>
                  <a:pt x="5449025" y="6129341"/>
                  <a:pt x="5441404" y="6124102"/>
                  <a:pt x="5434855" y="6118149"/>
                </a:cubicBezTo>
                <a:close/>
                <a:moveTo>
                  <a:pt x="5343013" y="4941372"/>
                </a:moveTo>
                <a:lnTo>
                  <a:pt x="5346342" y="4950869"/>
                </a:lnTo>
                <a:lnTo>
                  <a:pt x="5356027" y="4991382"/>
                </a:lnTo>
                <a:lnTo>
                  <a:pt x="5346342" y="4950868"/>
                </a:lnTo>
                <a:close/>
                <a:moveTo>
                  <a:pt x="5346951" y="4749807"/>
                </a:moveTo>
                <a:cubicBezTo>
                  <a:pt x="5334815" y="4762826"/>
                  <a:pt x="5333958" y="4781365"/>
                  <a:pt x="5332244" y="4799797"/>
                </a:cubicBezTo>
                <a:cubicBezTo>
                  <a:pt x="5333958" y="4781365"/>
                  <a:pt x="5334815" y="4762827"/>
                  <a:pt x="5346951" y="4749807"/>
                </a:cubicBezTo>
                <a:close/>
                <a:moveTo>
                  <a:pt x="5364750" y="4543185"/>
                </a:moveTo>
                <a:cubicBezTo>
                  <a:pt x="5365727" y="4548281"/>
                  <a:pt x="5367775" y="4553662"/>
                  <a:pt x="5370156" y="4557092"/>
                </a:cubicBezTo>
                <a:cubicBezTo>
                  <a:pt x="5381776" y="4573618"/>
                  <a:pt x="5390563" y="4588275"/>
                  <a:pt x="5396519" y="4602021"/>
                </a:cubicBezTo>
                <a:cubicBezTo>
                  <a:pt x="5390563" y="4588275"/>
                  <a:pt x="5381776" y="4573618"/>
                  <a:pt x="5370156" y="4557091"/>
                </a:cubicBezTo>
                <a:close/>
                <a:moveTo>
                  <a:pt x="5830968" y="2819253"/>
                </a:moveTo>
                <a:lnTo>
                  <a:pt x="5842611" y="2827484"/>
                </a:lnTo>
                <a:lnTo>
                  <a:pt x="5842613" y="2827486"/>
                </a:lnTo>
                <a:lnTo>
                  <a:pt x="5871116" y="2861156"/>
                </a:lnTo>
                <a:lnTo>
                  <a:pt x="5861462" y="2842392"/>
                </a:lnTo>
                <a:lnTo>
                  <a:pt x="5842613" y="2827486"/>
                </a:lnTo>
                <a:lnTo>
                  <a:pt x="5842611" y="2827483"/>
                </a:lnTo>
                <a:close/>
                <a:moveTo>
                  <a:pt x="5761313" y="1974015"/>
                </a:moveTo>
                <a:lnTo>
                  <a:pt x="5754799" y="1999763"/>
                </a:lnTo>
                <a:cubicBezTo>
                  <a:pt x="5750990" y="2008056"/>
                  <a:pt x="5745310" y="2016020"/>
                  <a:pt x="5737071" y="2023547"/>
                </a:cubicBezTo>
                <a:cubicBezTo>
                  <a:pt x="5753550" y="2008497"/>
                  <a:pt x="5759789" y="1991685"/>
                  <a:pt x="5761313" y="1974015"/>
                </a:cubicBezTo>
                <a:close/>
                <a:moveTo>
                  <a:pt x="5744119" y="1768838"/>
                </a:moveTo>
                <a:cubicBezTo>
                  <a:pt x="5739738" y="1774411"/>
                  <a:pt x="5736975" y="1779948"/>
                  <a:pt x="5735518" y="1785412"/>
                </a:cubicBezTo>
                <a:lnTo>
                  <a:pt x="5734738" y="1801558"/>
                </a:lnTo>
                <a:cubicBezTo>
                  <a:pt x="5733070" y="1790986"/>
                  <a:pt x="5735356" y="1779981"/>
                  <a:pt x="5744119" y="1768838"/>
                </a:cubicBezTo>
                <a:close/>
                <a:moveTo>
                  <a:pt x="5853708" y="520953"/>
                </a:moveTo>
                <a:lnTo>
                  <a:pt x="5846981" y="549926"/>
                </a:lnTo>
                <a:lnTo>
                  <a:pt x="5840726" y="566616"/>
                </a:lnTo>
                <a:lnTo>
                  <a:pt x="5834776" y="581804"/>
                </a:lnTo>
                <a:lnTo>
                  <a:pt x="5834358" y="583595"/>
                </a:lnTo>
                <a:lnTo>
                  <a:pt x="5832183" y="589388"/>
                </a:lnTo>
                <a:cubicBezTo>
                  <a:pt x="5829783" y="597005"/>
                  <a:pt x="5828025" y="604728"/>
                  <a:pt x="5827560" y="612658"/>
                </a:cubicBezTo>
                <a:lnTo>
                  <a:pt x="5834358" y="583595"/>
                </a:lnTo>
                <a:lnTo>
                  <a:pt x="5840674" y="566754"/>
                </a:lnTo>
                <a:lnTo>
                  <a:pt x="5840726" y="566616"/>
                </a:lnTo>
                <a:lnTo>
                  <a:pt x="5846564" y="551717"/>
                </a:lnTo>
                <a:lnTo>
                  <a:pt x="5846981" y="549926"/>
                </a:lnTo>
                <a:lnTo>
                  <a:pt x="5849145" y="544146"/>
                </a:lnTo>
                <a:cubicBezTo>
                  <a:pt x="5851532" y="536547"/>
                  <a:pt x="5853271" y="528850"/>
                  <a:pt x="5853708" y="520953"/>
                </a:cubicBezTo>
                <a:close/>
                <a:moveTo>
                  <a:pt x="5802605" y="268794"/>
                </a:moveTo>
                <a:cubicBezTo>
                  <a:pt x="5800080" y="279176"/>
                  <a:pt x="5798377" y="289296"/>
                  <a:pt x="5797729" y="299164"/>
                </a:cubicBezTo>
                <a:cubicBezTo>
                  <a:pt x="5797080" y="309031"/>
                  <a:pt x="5797485" y="318646"/>
                  <a:pt x="5799176" y="328017"/>
                </a:cubicBezTo>
                <a:close/>
                <a:moveTo>
                  <a:pt x="0" y="0"/>
                </a:moveTo>
                <a:lnTo>
                  <a:pt x="6120021" y="0"/>
                </a:lnTo>
                <a:lnTo>
                  <a:pt x="6115806" y="24480"/>
                </a:lnTo>
                <a:cubicBezTo>
                  <a:pt x="6113321" y="32636"/>
                  <a:pt x="6109559" y="40471"/>
                  <a:pt x="6103795" y="47806"/>
                </a:cubicBezTo>
                <a:cubicBezTo>
                  <a:pt x="6088935" y="66857"/>
                  <a:pt x="6092364" y="85336"/>
                  <a:pt x="6094651" y="105718"/>
                </a:cubicBezTo>
                <a:cubicBezTo>
                  <a:pt x="6096365" y="121150"/>
                  <a:pt x="6095794" y="136963"/>
                  <a:pt x="6095986" y="152584"/>
                </a:cubicBezTo>
                <a:cubicBezTo>
                  <a:pt x="6096555" y="180017"/>
                  <a:pt x="6096746" y="207450"/>
                  <a:pt x="6097699" y="234883"/>
                </a:cubicBezTo>
                <a:cubicBezTo>
                  <a:pt x="6098079" y="243648"/>
                  <a:pt x="6102844" y="252600"/>
                  <a:pt x="6102082" y="261173"/>
                </a:cubicBezTo>
                <a:cubicBezTo>
                  <a:pt x="6098461" y="300800"/>
                  <a:pt x="6092746" y="340425"/>
                  <a:pt x="6089507" y="380050"/>
                </a:cubicBezTo>
                <a:cubicBezTo>
                  <a:pt x="6087603" y="402529"/>
                  <a:pt x="6091220" y="425581"/>
                  <a:pt x="6088555" y="447870"/>
                </a:cubicBezTo>
                <a:cubicBezTo>
                  <a:pt x="6085507" y="473587"/>
                  <a:pt x="6077697" y="498733"/>
                  <a:pt x="6072932" y="524262"/>
                </a:cubicBezTo>
                <a:cubicBezTo>
                  <a:pt x="6071600" y="531310"/>
                  <a:pt x="6073315" y="539121"/>
                  <a:pt x="6073694" y="546552"/>
                </a:cubicBezTo>
                <a:cubicBezTo>
                  <a:pt x="6074076" y="554933"/>
                  <a:pt x="6074838" y="563125"/>
                  <a:pt x="6075029" y="571508"/>
                </a:cubicBezTo>
                <a:cubicBezTo>
                  <a:pt x="6075411" y="597037"/>
                  <a:pt x="6074838" y="622564"/>
                  <a:pt x="6076173" y="648092"/>
                </a:cubicBezTo>
                <a:cubicBezTo>
                  <a:pt x="6076934" y="663713"/>
                  <a:pt x="6084744" y="680096"/>
                  <a:pt x="6081886" y="694576"/>
                </a:cubicBezTo>
                <a:cubicBezTo>
                  <a:pt x="6076363" y="724104"/>
                  <a:pt x="6088745" y="753633"/>
                  <a:pt x="6078459" y="783158"/>
                </a:cubicBezTo>
                <a:cubicBezTo>
                  <a:pt x="6075411" y="792306"/>
                  <a:pt x="6083031" y="804877"/>
                  <a:pt x="6083411" y="815929"/>
                </a:cubicBezTo>
                <a:cubicBezTo>
                  <a:pt x="6084363" y="843552"/>
                  <a:pt x="6084173" y="871173"/>
                  <a:pt x="6083983" y="898797"/>
                </a:cubicBezTo>
                <a:cubicBezTo>
                  <a:pt x="6083793" y="923562"/>
                  <a:pt x="6086459" y="949281"/>
                  <a:pt x="6081125" y="973095"/>
                </a:cubicBezTo>
                <a:cubicBezTo>
                  <a:pt x="6075411" y="998052"/>
                  <a:pt x="6076173" y="1020529"/>
                  <a:pt x="6082649" y="1044725"/>
                </a:cubicBezTo>
                <a:cubicBezTo>
                  <a:pt x="6087031" y="1061298"/>
                  <a:pt x="6087603" y="1078826"/>
                  <a:pt x="6088935" y="1095972"/>
                </a:cubicBezTo>
                <a:cubicBezTo>
                  <a:pt x="6090459" y="1114449"/>
                  <a:pt x="6086459" y="1134834"/>
                  <a:pt x="6092746" y="1151600"/>
                </a:cubicBezTo>
                <a:cubicBezTo>
                  <a:pt x="6111415" y="1201512"/>
                  <a:pt x="6115415" y="1252757"/>
                  <a:pt x="6115415" y="1304955"/>
                </a:cubicBezTo>
                <a:cubicBezTo>
                  <a:pt x="6115415" y="1314483"/>
                  <a:pt x="6112750" y="1324198"/>
                  <a:pt x="6109892" y="1333341"/>
                </a:cubicBezTo>
                <a:cubicBezTo>
                  <a:pt x="6092746" y="1386684"/>
                  <a:pt x="6094269" y="1440216"/>
                  <a:pt x="6104748" y="1494509"/>
                </a:cubicBezTo>
                <a:cubicBezTo>
                  <a:pt x="6107034" y="1505751"/>
                  <a:pt x="6107415" y="1518324"/>
                  <a:pt x="6105130" y="1529563"/>
                </a:cubicBezTo>
                <a:cubicBezTo>
                  <a:pt x="6098461" y="1561189"/>
                  <a:pt x="6087411" y="1591859"/>
                  <a:pt x="6082649" y="1623675"/>
                </a:cubicBezTo>
                <a:cubicBezTo>
                  <a:pt x="6074838" y="1676253"/>
                  <a:pt x="6101126" y="1721785"/>
                  <a:pt x="6118274" y="1768838"/>
                </a:cubicBezTo>
                <a:cubicBezTo>
                  <a:pt x="6134467" y="1813610"/>
                  <a:pt x="6171044" y="1851709"/>
                  <a:pt x="6162851" y="1904673"/>
                </a:cubicBezTo>
                <a:cubicBezTo>
                  <a:pt x="6162090" y="1910004"/>
                  <a:pt x="6167233" y="1915912"/>
                  <a:pt x="6168567" y="1921817"/>
                </a:cubicBezTo>
                <a:cubicBezTo>
                  <a:pt x="6172188" y="1938009"/>
                  <a:pt x="6176566" y="1954202"/>
                  <a:pt x="6178283" y="1970586"/>
                </a:cubicBezTo>
                <a:cubicBezTo>
                  <a:pt x="6180570" y="1990589"/>
                  <a:pt x="6179809" y="2010974"/>
                  <a:pt x="6181713" y="2030977"/>
                </a:cubicBezTo>
                <a:cubicBezTo>
                  <a:pt x="6182856" y="2043835"/>
                  <a:pt x="6184951" y="2056600"/>
                  <a:pt x="6186761" y="2069340"/>
                </a:cubicBezTo>
                <a:lnTo>
                  <a:pt x="6187012" y="2072225"/>
                </a:lnTo>
                <a:lnTo>
                  <a:pt x="6187012" y="2131532"/>
                </a:lnTo>
                <a:lnTo>
                  <a:pt x="6186141" y="2138304"/>
                </a:lnTo>
                <a:cubicBezTo>
                  <a:pt x="6183950" y="2148519"/>
                  <a:pt x="6181332" y="2158712"/>
                  <a:pt x="6179617" y="2168903"/>
                </a:cubicBezTo>
                <a:cubicBezTo>
                  <a:pt x="6174854" y="2197670"/>
                  <a:pt x="6176188" y="2229296"/>
                  <a:pt x="6163995" y="2254633"/>
                </a:cubicBezTo>
                <a:cubicBezTo>
                  <a:pt x="6151041" y="2281683"/>
                  <a:pt x="6145135" y="2307402"/>
                  <a:pt x="6149135" y="2335405"/>
                </a:cubicBezTo>
                <a:cubicBezTo>
                  <a:pt x="6150469" y="2344741"/>
                  <a:pt x="6158471" y="2356744"/>
                  <a:pt x="6166661" y="2360933"/>
                </a:cubicBezTo>
                <a:cubicBezTo>
                  <a:pt x="6184950" y="2370270"/>
                  <a:pt x="6188190" y="2383032"/>
                  <a:pt x="6181902" y="2400369"/>
                </a:cubicBezTo>
                <a:cubicBezTo>
                  <a:pt x="6176566" y="2415420"/>
                  <a:pt x="6173901" y="2433897"/>
                  <a:pt x="6163613" y="2444184"/>
                </a:cubicBezTo>
                <a:cubicBezTo>
                  <a:pt x="6134467" y="2473333"/>
                  <a:pt x="6133515" y="2510483"/>
                  <a:pt x="6125705" y="2546678"/>
                </a:cubicBezTo>
                <a:cubicBezTo>
                  <a:pt x="6120940" y="2568774"/>
                  <a:pt x="6120750" y="2589352"/>
                  <a:pt x="6123988" y="2611450"/>
                </a:cubicBezTo>
                <a:cubicBezTo>
                  <a:pt x="6131227" y="2659455"/>
                  <a:pt x="6120940" y="2706131"/>
                  <a:pt x="6107796" y="2752235"/>
                </a:cubicBezTo>
                <a:cubicBezTo>
                  <a:pt x="6099034" y="2782716"/>
                  <a:pt x="6093699" y="2813958"/>
                  <a:pt x="6084744" y="2844248"/>
                </a:cubicBezTo>
                <a:cubicBezTo>
                  <a:pt x="6077886" y="2866918"/>
                  <a:pt x="6069694" y="2889587"/>
                  <a:pt x="6058646" y="2910353"/>
                </a:cubicBezTo>
                <a:cubicBezTo>
                  <a:pt x="6042452" y="2940455"/>
                  <a:pt x="6018067" y="2966742"/>
                  <a:pt x="6024544" y="3005035"/>
                </a:cubicBezTo>
                <a:cubicBezTo>
                  <a:pt x="6030260" y="3038756"/>
                  <a:pt x="6018259" y="3069235"/>
                  <a:pt x="6006828" y="3100099"/>
                </a:cubicBezTo>
                <a:cubicBezTo>
                  <a:pt x="5998446" y="3122770"/>
                  <a:pt x="5989871" y="3145436"/>
                  <a:pt x="5984537" y="3168870"/>
                </a:cubicBezTo>
                <a:cubicBezTo>
                  <a:pt x="5978251" y="3196686"/>
                  <a:pt x="5980920" y="3228119"/>
                  <a:pt x="5969297" y="3252885"/>
                </a:cubicBezTo>
                <a:cubicBezTo>
                  <a:pt x="5957105" y="3278795"/>
                  <a:pt x="5965297" y="3300319"/>
                  <a:pt x="5968726" y="3323372"/>
                </a:cubicBezTo>
                <a:cubicBezTo>
                  <a:pt x="5974061" y="3360139"/>
                  <a:pt x="5983967" y="3396719"/>
                  <a:pt x="5971395" y="3433866"/>
                </a:cubicBezTo>
                <a:cubicBezTo>
                  <a:pt x="5956153" y="3479015"/>
                  <a:pt x="5939769" y="3523785"/>
                  <a:pt x="5925292" y="3569124"/>
                </a:cubicBezTo>
                <a:cubicBezTo>
                  <a:pt x="5919765" y="3586653"/>
                  <a:pt x="5917479" y="3605509"/>
                  <a:pt x="5915003" y="3623799"/>
                </a:cubicBezTo>
                <a:cubicBezTo>
                  <a:pt x="5912906" y="3641134"/>
                  <a:pt x="5918242" y="3661899"/>
                  <a:pt x="5910241" y="3675238"/>
                </a:cubicBezTo>
                <a:cubicBezTo>
                  <a:pt x="5889667" y="3709529"/>
                  <a:pt x="5879569" y="3744770"/>
                  <a:pt x="5879569" y="3784397"/>
                </a:cubicBezTo>
                <a:cubicBezTo>
                  <a:pt x="5879569" y="3799258"/>
                  <a:pt x="5870996" y="3813737"/>
                  <a:pt x="5869471" y="3828785"/>
                </a:cubicBezTo>
                <a:cubicBezTo>
                  <a:pt x="5867567" y="3849362"/>
                  <a:pt x="5862423" y="3872985"/>
                  <a:pt x="5869664" y="3890891"/>
                </a:cubicBezTo>
                <a:cubicBezTo>
                  <a:pt x="5886809" y="3932993"/>
                  <a:pt x="5872519" y="3967091"/>
                  <a:pt x="5855566" y="4003861"/>
                </a:cubicBezTo>
                <a:cubicBezTo>
                  <a:pt x="5838801" y="4040058"/>
                  <a:pt x="5825466" y="4078159"/>
                  <a:pt x="5814416" y="4116641"/>
                </a:cubicBezTo>
                <a:cubicBezTo>
                  <a:pt x="5810415" y="4131119"/>
                  <a:pt x="5817085" y="4148453"/>
                  <a:pt x="5818417" y="4164458"/>
                </a:cubicBezTo>
                <a:cubicBezTo>
                  <a:pt x="5818798" y="4170174"/>
                  <a:pt x="5819370" y="4176461"/>
                  <a:pt x="5817466" y="4181603"/>
                </a:cubicBezTo>
                <a:cubicBezTo>
                  <a:pt x="5799176" y="4231324"/>
                  <a:pt x="5785269" y="4281810"/>
                  <a:pt x="5794794" y="4335722"/>
                </a:cubicBezTo>
                <a:cubicBezTo>
                  <a:pt x="5795747" y="4340674"/>
                  <a:pt x="5793650" y="4346201"/>
                  <a:pt x="5792317" y="4351154"/>
                </a:cubicBezTo>
                <a:cubicBezTo>
                  <a:pt x="5785461" y="4375349"/>
                  <a:pt x="5774601" y="4398972"/>
                  <a:pt x="5772124" y="4423545"/>
                </a:cubicBezTo>
                <a:cubicBezTo>
                  <a:pt x="5766028" y="4484127"/>
                  <a:pt x="5763550" y="4545086"/>
                  <a:pt x="5759550" y="4606053"/>
                </a:cubicBezTo>
                <a:cubicBezTo>
                  <a:pt x="5759361" y="4609863"/>
                  <a:pt x="5759361" y="4613864"/>
                  <a:pt x="5758027" y="4617291"/>
                </a:cubicBezTo>
                <a:cubicBezTo>
                  <a:pt x="5749834" y="4639772"/>
                  <a:pt x="5752502" y="4659393"/>
                  <a:pt x="5768123" y="4678445"/>
                </a:cubicBezTo>
                <a:cubicBezTo>
                  <a:pt x="5774982" y="4686828"/>
                  <a:pt x="5778601" y="4698258"/>
                  <a:pt x="5782412" y="4708734"/>
                </a:cubicBezTo>
                <a:cubicBezTo>
                  <a:pt x="5788127" y="4724167"/>
                  <a:pt x="5793650" y="4739978"/>
                  <a:pt x="5797271" y="4755980"/>
                </a:cubicBezTo>
                <a:cubicBezTo>
                  <a:pt x="5800700" y="4771793"/>
                  <a:pt x="5805462" y="4788747"/>
                  <a:pt x="5802796" y="4803988"/>
                </a:cubicBezTo>
                <a:cubicBezTo>
                  <a:pt x="5798035" y="4831420"/>
                  <a:pt x="5787366" y="4857522"/>
                  <a:pt x="5780315" y="4884572"/>
                </a:cubicBezTo>
                <a:cubicBezTo>
                  <a:pt x="5777837" y="4893907"/>
                  <a:pt x="5778221" y="4904195"/>
                  <a:pt x="5778030" y="4913909"/>
                </a:cubicBezTo>
                <a:cubicBezTo>
                  <a:pt x="5777459" y="4936201"/>
                  <a:pt x="5782984" y="4959061"/>
                  <a:pt x="5767171" y="4979253"/>
                </a:cubicBezTo>
                <a:cubicBezTo>
                  <a:pt x="5752311" y="4997922"/>
                  <a:pt x="5756692" y="5016785"/>
                  <a:pt x="5767932" y="5036405"/>
                </a:cubicBezTo>
                <a:cubicBezTo>
                  <a:pt x="5775934" y="5050504"/>
                  <a:pt x="5782221" y="5066505"/>
                  <a:pt x="5785269" y="5082317"/>
                </a:cubicBezTo>
                <a:cubicBezTo>
                  <a:pt x="5789460" y="5104036"/>
                  <a:pt x="5791175" y="5125562"/>
                  <a:pt x="5788697" y="5148995"/>
                </a:cubicBezTo>
                <a:cubicBezTo>
                  <a:pt x="5786983" y="5165570"/>
                  <a:pt x="5786221" y="5179097"/>
                  <a:pt x="5776125" y="5192051"/>
                </a:cubicBezTo>
                <a:cubicBezTo>
                  <a:pt x="5774601" y="5194145"/>
                  <a:pt x="5774219" y="5197955"/>
                  <a:pt x="5774412" y="5200813"/>
                </a:cubicBezTo>
                <a:cubicBezTo>
                  <a:pt x="5777649" y="5238343"/>
                  <a:pt x="5775934" y="5275491"/>
                  <a:pt x="5773646" y="5313403"/>
                </a:cubicBezTo>
                <a:cubicBezTo>
                  <a:pt x="5770601" y="5361598"/>
                  <a:pt x="5779553" y="5412276"/>
                  <a:pt x="5811559" y="5453995"/>
                </a:cubicBezTo>
                <a:cubicBezTo>
                  <a:pt x="5816322" y="5460092"/>
                  <a:pt x="5818417" y="5469236"/>
                  <a:pt x="5819562" y="5477239"/>
                </a:cubicBezTo>
                <a:cubicBezTo>
                  <a:pt x="5824514" y="5514957"/>
                  <a:pt x="5827942" y="5552869"/>
                  <a:pt x="5833467" y="5590590"/>
                </a:cubicBezTo>
                <a:cubicBezTo>
                  <a:pt x="5836516" y="5611164"/>
                  <a:pt x="5839182" y="5632691"/>
                  <a:pt x="5847565" y="5651360"/>
                </a:cubicBezTo>
                <a:cubicBezTo>
                  <a:pt x="5855756" y="5669647"/>
                  <a:pt x="5865471" y="5684320"/>
                  <a:pt x="5848327" y="5695178"/>
                </a:cubicBezTo>
                <a:cubicBezTo>
                  <a:pt x="5857471" y="5714607"/>
                  <a:pt x="5865092" y="5731564"/>
                  <a:pt x="5873282" y="5748136"/>
                </a:cubicBezTo>
                <a:cubicBezTo>
                  <a:pt x="5876329" y="5754234"/>
                  <a:pt x="5881284" y="5759378"/>
                  <a:pt x="5884142" y="5765474"/>
                </a:cubicBezTo>
                <a:cubicBezTo>
                  <a:pt x="5887190" y="5771953"/>
                  <a:pt x="5889094" y="5779191"/>
                  <a:pt x="5890620" y="5786239"/>
                </a:cubicBezTo>
                <a:cubicBezTo>
                  <a:pt x="5897477" y="5817674"/>
                  <a:pt x="5903763" y="5849107"/>
                  <a:pt x="5911194" y="5880348"/>
                </a:cubicBezTo>
                <a:cubicBezTo>
                  <a:pt x="5912717" y="5886447"/>
                  <a:pt x="5918813" y="5891590"/>
                  <a:pt x="5922813" y="5897114"/>
                </a:cubicBezTo>
                <a:cubicBezTo>
                  <a:pt x="5925481" y="5900735"/>
                  <a:pt x="5929482" y="5904353"/>
                  <a:pt x="5930054" y="5908355"/>
                </a:cubicBezTo>
                <a:cubicBezTo>
                  <a:pt x="5934626" y="5938836"/>
                  <a:pt x="5939961" y="5969124"/>
                  <a:pt x="5942246" y="5999796"/>
                </a:cubicBezTo>
                <a:cubicBezTo>
                  <a:pt x="5944149" y="6025515"/>
                  <a:pt x="5943580" y="6050282"/>
                  <a:pt x="5976728" y="6056948"/>
                </a:cubicBezTo>
                <a:cubicBezTo>
                  <a:pt x="5982443" y="6058092"/>
                  <a:pt x="5988540" y="6066284"/>
                  <a:pt x="5991396" y="6072569"/>
                </a:cubicBezTo>
                <a:cubicBezTo>
                  <a:pt x="5999589" y="6090477"/>
                  <a:pt x="6005113" y="6109530"/>
                  <a:pt x="6013494" y="6127247"/>
                </a:cubicBezTo>
                <a:cubicBezTo>
                  <a:pt x="6041500" y="6185351"/>
                  <a:pt x="6059217" y="6246121"/>
                  <a:pt x="6055978" y="6311084"/>
                </a:cubicBezTo>
                <a:cubicBezTo>
                  <a:pt x="6055026" y="6331277"/>
                  <a:pt x="6044737" y="6350899"/>
                  <a:pt x="6040926" y="6363664"/>
                </a:cubicBezTo>
                <a:cubicBezTo>
                  <a:pt x="6055978" y="6400429"/>
                  <a:pt x="6070456" y="6431292"/>
                  <a:pt x="6081315" y="6463490"/>
                </a:cubicBezTo>
                <a:cubicBezTo>
                  <a:pt x="6091031" y="6491874"/>
                  <a:pt x="6097127" y="6521593"/>
                  <a:pt x="6104175" y="6550742"/>
                </a:cubicBezTo>
                <a:cubicBezTo>
                  <a:pt x="6106844" y="6561411"/>
                  <a:pt x="6108367" y="6572269"/>
                  <a:pt x="6109702" y="6583128"/>
                </a:cubicBezTo>
                <a:cubicBezTo>
                  <a:pt x="6113892" y="6617036"/>
                  <a:pt x="6103795" y="6652472"/>
                  <a:pt x="6119798" y="6685617"/>
                </a:cubicBezTo>
                <a:cubicBezTo>
                  <a:pt x="6128180" y="6702955"/>
                  <a:pt x="6138276" y="6720103"/>
                  <a:pt x="6142658" y="6738388"/>
                </a:cubicBezTo>
                <a:cubicBezTo>
                  <a:pt x="6147421" y="6758011"/>
                  <a:pt x="6154851" y="6777207"/>
                  <a:pt x="6160162" y="6796804"/>
                </a:cubicBezTo>
                <a:lnTo>
                  <a:pt x="6164933" y="6857457"/>
                </a:lnTo>
                <a:lnTo>
                  <a:pt x="6037694" y="6857457"/>
                </a:lnTo>
                <a:lnTo>
                  <a:pt x="6037694" y="6857998"/>
                </a:lnTo>
                <a:lnTo>
                  <a:pt x="0" y="6857998"/>
                </a:lnTo>
                <a:close/>
              </a:path>
            </a:pathLst>
          </a:custGeom>
          <a:effectLst>
            <a:outerShdw blurRad="381000" dist="152400" algn="tl" rotWithShape="0">
              <a:prstClr val="black">
                <a:alpha val="10000"/>
              </a:prstClr>
            </a:outerShdw>
          </a:effectLst>
        </p:spPr>
      </p:pic>
      <p:sp useBgFill="1">
        <p:nvSpPr>
          <p:cNvPr id="375" name="Rectangle 374">
            <a:extLst>
              <a:ext uri="{FF2B5EF4-FFF2-40B4-BE49-F238E27FC236}">
                <a16:creationId xmlns:a16="http://schemas.microsoft.com/office/drawing/2014/main" id="{8F90786E-B72D-4C32-BDCE-A170B0078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5E46F2E7-848F-4A6C-A098-4764FDEA7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 descr="A network of dots and circles&#10;&#10;AI-generated content may be incorrect.">
            <a:extLst>
              <a:ext uri="{FF2B5EF4-FFF2-40B4-BE49-F238E27FC236}">
                <a16:creationId xmlns:a16="http://schemas.microsoft.com/office/drawing/2014/main" id="{A6AD2C5F-FB45-491E-AA02-B9407AEA08F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04" b="25850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A5F7CE6-2E4F-D3A8-8C32-930EF7D16C79}"/>
              </a:ext>
            </a:extLst>
          </p:cNvPr>
          <p:cNvSpPr/>
          <p:nvPr/>
        </p:nvSpPr>
        <p:spPr>
          <a:xfrm>
            <a:off x="746538" y="1484959"/>
            <a:ext cx="11617739" cy="3025588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8D997B-B3AB-CEAF-E811-AE16FF153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196" y="1671570"/>
            <a:ext cx="5339086" cy="40720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Montserrat" panose="00000500000000000000" pitchFamily="2" charset="0"/>
              </a:rPr>
              <a:t>Instructional Design Foundations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4919F3-7683-7003-8CDC-12FF0DEE794B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182940" y="1541929"/>
            <a:ext cx="5677366" cy="2968618"/>
          </a:xfrm>
        </p:spPr>
        <p:txBody>
          <a:bodyPr>
            <a:normAutofit fontScale="92500" lnSpcReduction="10000"/>
          </a:bodyPr>
          <a:lstStyle/>
          <a:p>
            <a:pPr marL="0" lvl="1" indent="0">
              <a:buNone/>
            </a:pPr>
            <a:r>
              <a:rPr lang="en-GB" sz="1400" b="1" dirty="0">
                <a:solidFill>
                  <a:srgbClr val="FFFFFF"/>
                </a:solidFill>
                <a:latin typeface="Montserrat" panose="00000500000000000000" pitchFamily="2" charset="0"/>
              </a:rPr>
              <a:t>Dick &amp; Carey </a:t>
            </a:r>
            <a:r>
              <a:rPr lang="en-GB" sz="1400" dirty="0">
                <a:solidFill>
                  <a:srgbClr val="FFFFFF"/>
                </a:solidFill>
                <a:latin typeface="Montserrat" panose="00000500000000000000" pitchFamily="2" charset="0"/>
              </a:rPr>
              <a:t>gives us the overall structure: we start from performance goals (what students must do with Factory Method), derive learning outcomes, design assessments first, and then backfill micro-lessons and activities to support those outcomes.</a:t>
            </a:r>
          </a:p>
          <a:p>
            <a:pPr marL="0" lvl="1" indent="0">
              <a:buNone/>
            </a:pPr>
            <a:endParaRPr lang="en-GB" sz="1400" dirty="0">
              <a:solidFill>
                <a:srgbClr val="FFFFFF"/>
              </a:solidFill>
              <a:latin typeface="Montserrat" panose="00000500000000000000" pitchFamily="2" charset="0"/>
            </a:endParaRPr>
          </a:p>
          <a:p>
            <a:pPr marL="0" lvl="1" indent="0">
              <a:buNone/>
            </a:pPr>
            <a:r>
              <a:rPr lang="en-GB" sz="1400" b="1" dirty="0" err="1">
                <a:solidFill>
                  <a:srgbClr val="FFFFFF"/>
                </a:solidFill>
                <a:latin typeface="Montserrat" panose="00000500000000000000" pitchFamily="2" charset="0"/>
              </a:rPr>
              <a:t>Gagné’s</a:t>
            </a:r>
            <a:r>
              <a:rPr lang="en-GB" sz="1400" b="1" dirty="0">
                <a:solidFill>
                  <a:srgbClr val="FFFFFF"/>
                </a:solidFill>
                <a:latin typeface="Montserrat" panose="00000500000000000000" pitchFamily="2" charset="0"/>
              </a:rPr>
              <a:t> Nine Events and Merrill’s First Principles </a:t>
            </a:r>
            <a:r>
              <a:rPr lang="en-GB" sz="1400" dirty="0">
                <a:solidFill>
                  <a:srgbClr val="FFFFFF"/>
                </a:solidFill>
                <a:latin typeface="Montserrat" panose="00000500000000000000" pitchFamily="2" charset="0"/>
              </a:rPr>
              <a:t>shape each learning sequence: we open with a concrete “creation variability” problem, present worked examples of canonical FM, guide practice, give immediate feedback, and close with transfer tasks such as refactoring naive code.</a:t>
            </a:r>
          </a:p>
          <a:p>
            <a:pPr marL="0" lvl="1" indent="0">
              <a:buNone/>
            </a:pPr>
            <a:endParaRPr lang="en-GB" sz="1400" dirty="0">
              <a:solidFill>
                <a:srgbClr val="FFFFFF"/>
              </a:solidFill>
              <a:latin typeface="Montserrat" panose="00000500000000000000" pitchFamily="2" charset="0"/>
            </a:endParaRPr>
          </a:p>
          <a:p>
            <a:pPr marL="0" lvl="1" indent="0">
              <a:buNone/>
            </a:pPr>
            <a:r>
              <a:rPr lang="en-GB" sz="1400" dirty="0">
                <a:solidFill>
                  <a:srgbClr val="FFFFFF"/>
                </a:solidFill>
                <a:latin typeface="Montserrat" panose="00000500000000000000" pitchFamily="2" charset="0"/>
              </a:rPr>
              <a:t>We blend learning theories and styles: </a:t>
            </a:r>
            <a:r>
              <a:rPr lang="en-GB" sz="1400" b="1" dirty="0">
                <a:solidFill>
                  <a:srgbClr val="FFFFFF"/>
                </a:solidFill>
                <a:latin typeface="Montserrat" panose="00000500000000000000" pitchFamily="2" charset="0"/>
              </a:rPr>
              <a:t>behaviourism</a:t>
            </a:r>
            <a:r>
              <a:rPr lang="en-GB" sz="1400" dirty="0">
                <a:solidFill>
                  <a:srgbClr val="FFFFFF"/>
                </a:solidFill>
                <a:latin typeface="Montserrat" panose="00000500000000000000" pitchFamily="2" charset="0"/>
              </a:rPr>
              <a:t> (clear criteria and mastery bands), </a:t>
            </a:r>
            <a:r>
              <a:rPr lang="en-GB" sz="1400" b="1" dirty="0">
                <a:solidFill>
                  <a:srgbClr val="FFFFFF"/>
                </a:solidFill>
                <a:latin typeface="Montserrat" panose="00000500000000000000" pitchFamily="2" charset="0"/>
              </a:rPr>
              <a:t>cognitivism</a:t>
            </a:r>
            <a:r>
              <a:rPr lang="en-GB" sz="1400" dirty="0">
                <a:solidFill>
                  <a:srgbClr val="FFFFFF"/>
                </a:solidFill>
                <a:latin typeface="Montserrat" panose="00000500000000000000" pitchFamily="2" charset="0"/>
              </a:rPr>
              <a:t> (chunked explanations, </a:t>
            </a:r>
            <a:r>
              <a:rPr lang="en-GB" sz="1400" dirty="0" err="1">
                <a:solidFill>
                  <a:srgbClr val="FFFFFF"/>
                </a:solidFill>
                <a:latin typeface="Montserrat" panose="00000500000000000000" pitchFamily="2" charset="0"/>
              </a:rPr>
              <a:t>UML+code</a:t>
            </a:r>
            <a:r>
              <a:rPr lang="en-GB" sz="1400" dirty="0">
                <a:solidFill>
                  <a:srgbClr val="FFFFFF"/>
                </a:solidFill>
                <a:latin typeface="Montserrat" panose="00000500000000000000" pitchFamily="2" charset="0"/>
              </a:rPr>
              <a:t> dual coding), and </a:t>
            </a:r>
            <a:r>
              <a:rPr lang="en-GB" sz="1400" b="1" dirty="0">
                <a:solidFill>
                  <a:srgbClr val="FFFFFF"/>
                </a:solidFill>
                <a:latin typeface="Montserrat" panose="00000500000000000000" pitchFamily="2" charset="0"/>
              </a:rPr>
              <a:t>constructivism</a:t>
            </a:r>
            <a:r>
              <a:rPr lang="en-GB" sz="1400" dirty="0">
                <a:solidFill>
                  <a:srgbClr val="FFFFFF"/>
                </a:solidFill>
                <a:latin typeface="Montserrat" panose="00000500000000000000" pitchFamily="2" charset="0"/>
              </a:rPr>
              <a:t> (refactor and extend tasks), while catering for </a:t>
            </a:r>
            <a:r>
              <a:rPr lang="en-GB" sz="1400" b="1" dirty="0">
                <a:solidFill>
                  <a:srgbClr val="FFFFFF"/>
                </a:solidFill>
                <a:latin typeface="Montserrat" panose="00000500000000000000" pitchFamily="2" charset="0"/>
              </a:rPr>
              <a:t>VARK</a:t>
            </a:r>
            <a:r>
              <a:rPr lang="en-GB" sz="1400" dirty="0">
                <a:solidFill>
                  <a:srgbClr val="FFFFFF"/>
                </a:solidFill>
                <a:latin typeface="Montserrat" panose="00000500000000000000" pitchFamily="2" charset="0"/>
              </a:rPr>
              <a:t> preferences through visuals, short readings and hands-on coding.</a:t>
            </a:r>
            <a:endParaRPr lang="en-ZA" sz="1400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068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CA8C74-4203-BC65-7E6F-82C4E223C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64410F-3140-E9BE-A426-10115E191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800" b="1" i="1" dirty="0">
                <a:solidFill>
                  <a:schemeClr val="bg1"/>
                </a:solidFill>
                <a:latin typeface="Montserrat" panose="00000500000000000000" pitchFamily="2" charset="0"/>
              </a:rPr>
              <a:t>Factory Method: Learning Problem &amp; Design Goals:</a:t>
            </a:r>
            <a:endParaRPr lang="en-US" sz="2800" b="1" i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744499-F484-0A7A-AEE3-C6456CAAA2E0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53774" y="1939235"/>
            <a:ext cx="5380383" cy="4553640"/>
          </a:xfrm>
        </p:spPr>
        <p:txBody>
          <a:bodyPr>
            <a:normAutofit lnSpcReduction="10000"/>
          </a:bodyPr>
          <a:lstStyle/>
          <a:p>
            <a:pPr marL="285750" lvl="1" indent="-285750"/>
            <a:r>
              <a:rPr lang="en-GB" sz="1800" dirty="0">
                <a:solidFill>
                  <a:schemeClr val="bg1"/>
                </a:solidFill>
                <a:latin typeface="Montserrat" panose="00000500000000000000" pitchFamily="2" charset="0"/>
              </a:rPr>
              <a:t>COS214 students often collapse Factory Method into a “wrapper around new”, or confuse it with Abstract Factory. They battle to see what varies (creation) versus what should remain stable (client and product interface).</a:t>
            </a:r>
          </a:p>
          <a:p>
            <a:pPr marL="285750" lvl="1" indent="-285750"/>
            <a:endParaRPr lang="en-GB" sz="18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285750" lvl="1" indent="-285750"/>
            <a:r>
              <a:rPr lang="en-GB" sz="1800" dirty="0">
                <a:solidFill>
                  <a:schemeClr val="bg1"/>
                </a:solidFill>
                <a:latin typeface="Montserrat" panose="00000500000000000000" pitchFamily="2" charset="0"/>
              </a:rPr>
              <a:t>On the C++ side, learners struggle to map the UML roles to concrete code: virtual constructors, correct return types, ownership, and especially the need for a virtual destructor in the Product hierarchy.</a:t>
            </a:r>
          </a:p>
          <a:p>
            <a:pPr marL="285750" lvl="1" indent="-285750"/>
            <a:endParaRPr lang="en-GB" sz="18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285750" lvl="1" indent="-285750"/>
            <a:r>
              <a:rPr lang="en-GB" sz="1800" dirty="0">
                <a:solidFill>
                  <a:schemeClr val="bg1"/>
                </a:solidFill>
                <a:latin typeface="Montserrat" panose="00000500000000000000" pitchFamily="2" charset="0"/>
              </a:rPr>
              <a:t>Our app is designed to target these specific misconceptions through short, focused tasks and rich feedback, so that students leave with a robust mental model of when to apply Factory Method and how to implement it correctly in C++.</a:t>
            </a:r>
            <a:endParaRPr lang="en-ZA" sz="1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5" name="Content Placeholder 4" descr="A network of dots and circles&#10;&#10;AI-generated content may be incorrect.">
            <a:extLst>
              <a:ext uri="{FF2B5EF4-FFF2-40B4-BE49-F238E27FC236}">
                <a16:creationId xmlns:a16="http://schemas.microsoft.com/office/drawing/2014/main" id="{E4C260DC-336F-D63A-26DF-8D999234D9B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alphaModFix amt="9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9" r="9678" b="-1"/>
          <a:stretch>
            <a:fillRect/>
          </a:stretch>
        </p:blipFill>
        <p:spPr>
          <a:xfrm>
            <a:off x="6229215" y="-30922"/>
            <a:ext cx="6006959" cy="692647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ln w="9525">
            <a:solidFill>
              <a:schemeClr val="bg1"/>
            </a:solidFill>
          </a:ln>
        </p:spPr>
      </p:pic>
      <p:pic>
        <p:nvPicPr>
          <p:cNvPr id="7" name="Content Placeholder 4" descr="Student seated in classroom at table, reading tablet">
            <a:extLst>
              <a:ext uri="{FF2B5EF4-FFF2-40B4-BE49-F238E27FC236}">
                <a16:creationId xmlns:a16="http://schemas.microsoft.com/office/drawing/2014/main" id="{FD74D19A-C3A4-A1BB-8EDF-F73896F0400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0"/>
          </a:blip>
          <a:srcRect l="25312" r="39536" b="-1"/>
          <a:stretch>
            <a:fillRect/>
          </a:stretch>
        </p:blipFill>
        <p:spPr>
          <a:xfrm>
            <a:off x="1049439" y="4925391"/>
            <a:ext cx="3611533" cy="6857990"/>
          </a:xfrm>
          <a:custGeom>
            <a:avLst/>
            <a:gdLst/>
            <a:ahLst/>
            <a:cxnLst/>
            <a:rect l="l" t="t" r="r" b="b"/>
            <a:pathLst>
              <a:path w="3810000" h="6858000">
                <a:moveTo>
                  <a:pt x="95627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3132" y="6858000"/>
                </a:lnTo>
                <a:cubicBezTo>
                  <a:pt x="13183" y="6857363"/>
                  <a:pt x="13234" y="6856727"/>
                  <a:pt x="13284" y="6856090"/>
                </a:cubicBezTo>
                <a:lnTo>
                  <a:pt x="31566" y="6805847"/>
                </a:lnTo>
                <a:lnTo>
                  <a:pt x="30463" y="6715381"/>
                </a:lnTo>
                <a:cubicBezTo>
                  <a:pt x="29585" y="6714082"/>
                  <a:pt x="28597" y="6713038"/>
                  <a:pt x="27533" y="6712286"/>
                </a:cubicBezTo>
                <a:lnTo>
                  <a:pt x="31288" y="6698474"/>
                </a:lnTo>
                <a:lnTo>
                  <a:pt x="29901" y="6686264"/>
                </a:lnTo>
                <a:cubicBezTo>
                  <a:pt x="29591" y="6639749"/>
                  <a:pt x="29281" y="6593234"/>
                  <a:pt x="28971" y="6546719"/>
                </a:cubicBezTo>
                <a:cubicBezTo>
                  <a:pt x="23415" y="6502008"/>
                  <a:pt x="3087" y="6462057"/>
                  <a:pt x="310" y="6408337"/>
                </a:cubicBezTo>
                <a:cubicBezTo>
                  <a:pt x="-2468" y="6354617"/>
                  <a:pt x="14431" y="6312397"/>
                  <a:pt x="12307" y="6224401"/>
                </a:cubicBezTo>
                <a:lnTo>
                  <a:pt x="27152" y="6147415"/>
                </a:lnTo>
                <a:lnTo>
                  <a:pt x="39044" y="6093837"/>
                </a:lnTo>
                <a:cubicBezTo>
                  <a:pt x="47718" y="6039281"/>
                  <a:pt x="47985" y="5964495"/>
                  <a:pt x="46816" y="5915901"/>
                </a:cubicBezTo>
                <a:cubicBezTo>
                  <a:pt x="43189" y="5876557"/>
                  <a:pt x="47196" y="5863739"/>
                  <a:pt x="33533" y="5831562"/>
                </a:cubicBezTo>
                <a:cubicBezTo>
                  <a:pt x="27901" y="5792459"/>
                  <a:pt x="47408" y="5747455"/>
                  <a:pt x="46555" y="5710909"/>
                </a:cubicBezTo>
                <a:cubicBezTo>
                  <a:pt x="53188" y="5686865"/>
                  <a:pt x="49116" y="5615845"/>
                  <a:pt x="62461" y="5602222"/>
                </a:cubicBezTo>
                <a:cubicBezTo>
                  <a:pt x="64066" y="5572067"/>
                  <a:pt x="49594" y="5555548"/>
                  <a:pt x="56185" y="5529979"/>
                </a:cubicBezTo>
                <a:lnTo>
                  <a:pt x="67961" y="5458854"/>
                </a:lnTo>
                <a:lnTo>
                  <a:pt x="110939" y="5353584"/>
                </a:lnTo>
                <a:cubicBezTo>
                  <a:pt x="123070" y="5308303"/>
                  <a:pt x="110671" y="5307524"/>
                  <a:pt x="128276" y="5249764"/>
                </a:cubicBezTo>
                <a:cubicBezTo>
                  <a:pt x="137692" y="5218499"/>
                  <a:pt x="146153" y="5160067"/>
                  <a:pt x="156749" y="5116288"/>
                </a:cubicBezTo>
                <a:cubicBezTo>
                  <a:pt x="167347" y="5072508"/>
                  <a:pt x="184838" y="5010298"/>
                  <a:pt x="191855" y="4987089"/>
                </a:cubicBezTo>
                <a:lnTo>
                  <a:pt x="219824" y="4934095"/>
                </a:lnTo>
                <a:cubicBezTo>
                  <a:pt x="223315" y="4926170"/>
                  <a:pt x="231151" y="4920904"/>
                  <a:pt x="231137" y="4903120"/>
                </a:cubicBezTo>
                <a:lnTo>
                  <a:pt x="219738" y="4827391"/>
                </a:lnTo>
                <a:cubicBezTo>
                  <a:pt x="223928" y="4818620"/>
                  <a:pt x="227939" y="4809255"/>
                  <a:pt x="231597" y="4799440"/>
                </a:cubicBezTo>
                <a:lnTo>
                  <a:pt x="233480" y="4793512"/>
                </a:lnTo>
                <a:cubicBezTo>
                  <a:pt x="233423" y="4793432"/>
                  <a:pt x="233367" y="4793351"/>
                  <a:pt x="233310" y="4793271"/>
                </a:cubicBezTo>
                <a:cubicBezTo>
                  <a:pt x="233275" y="4791711"/>
                  <a:pt x="233728" y="4789662"/>
                  <a:pt x="234882" y="4786765"/>
                </a:cubicBezTo>
                <a:lnTo>
                  <a:pt x="236914" y="4782703"/>
                </a:lnTo>
                <a:lnTo>
                  <a:pt x="246329" y="4683644"/>
                </a:lnTo>
                <a:cubicBezTo>
                  <a:pt x="256294" y="4677568"/>
                  <a:pt x="256527" y="4667288"/>
                  <a:pt x="253823" y="4655204"/>
                </a:cubicBezTo>
                <a:cubicBezTo>
                  <a:pt x="259521" y="4631796"/>
                  <a:pt x="280440" y="4574275"/>
                  <a:pt x="280514" y="4543195"/>
                </a:cubicBezTo>
                <a:cubicBezTo>
                  <a:pt x="272112" y="4519880"/>
                  <a:pt x="251340" y="4505102"/>
                  <a:pt x="254268" y="4468722"/>
                </a:cubicBezTo>
                <a:cubicBezTo>
                  <a:pt x="266696" y="4435462"/>
                  <a:pt x="236001" y="4395418"/>
                  <a:pt x="252728" y="4353998"/>
                </a:cubicBezTo>
                <a:cubicBezTo>
                  <a:pt x="256750" y="4339008"/>
                  <a:pt x="256168" y="4294115"/>
                  <a:pt x="248123" y="4286542"/>
                </a:cubicBezTo>
                <a:cubicBezTo>
                  <a:pt x="246365" y="4277371"/>
                  <a:pt x="249194" y="4266107"/>
                  <a:pt x="240584" y="4262777"/>
                </a:cubicBezTo>
                <a:cubicBezTo>
                  <a:pt x="230221" y="4256829"/>
                  <a:pt x="246153" y="4222259"/>
                  <a:pt x="233949" y="4228340"/>
                </a:cubicBezTo>
                <a:cubicBezTo>
                  <a:pt x="244865" y="4203839"/>
                  <a:pt x="223150" y="4187902"/>
                  <a:pt x="217758" y="4169004"/>
                </a:cubicBezTo>
                <a:cubicBezTo>
                  <a:pt x="228596" y="4149446"/>
                  <a:pt x="206597" y="4129080"/>
                  <a:pt x="203797" y="4086781"/>
                </a:cubicBezTo>
                <a:cubicBezTo>
                  <a:pt x="216334" y="4065199"/>
                  <a:pt x="201740" y="4058317"/>
                  <a:pt x="218344" y="4018957"/>
                </a:cubicBezTo>
                <a:cubicBezTo>
                  <a:pt x="216630" y="4017979"/>
                  <a:pt x="215034" y="4016614"/>
                  <a:pt x="213609" y="4014902"/>
                </a:cubicBezTo>
                <a:cubicBezTo>
                  <a:pt x="205325" y="4004955"/>
                  <a:pt x="204424" y="3985729"/>
                  <a:pt x="211594" y="3971964"/>
                </a:cubicBezTo>
                <a:cubicBezTo>
                  <a:pt x="233561" y="3910433"/>
                  <a:pt x="230991" y="3860613"/>
                  <a:pt x="234357" y="3812226"/>
                </a:cubicBezTo>
                <a:cubicBezTo>
                  <a:pt x="235501" y="3758242"/>
                  <a:pt x="209185" y="3801364"/>
                  <a:pt x="229596" y="3728573"/>
                </a:cubicBezTo>
                <a:cubicBezTo>
                  <a:pt x="219804" y="3724174"/>
                  <a:pt x="219047" y="3715890"/>
                  <a:pt x="223099" y="3700384"/>
                </a:cubicBezTo>
                <a:cubicBezTo>
                  <a:pt x="222942" y="3674360"/>
                  <a:pt x="199034" y="3683312"/>
                  <a:pt x="212511" y="3653063"/>
                </a:cubicBezTo>
                <a:cubicBezTo>
                  <a:pt x="207582" y="3623616"/>
                  <a:pt x="199349" y="3555881"/>
                  <a:pt x="193522" y="3523704"/>
                </a:cubicBezTo>
                <a:cubicBezTo>
                  <a:pt x="199728" y="3495169"/>
                  <a:pt x="185963" y="3494025"/>
                  <a:pt x="177551" y="3460001"/>
                </a:cubicBezTo>
                <a:cubicBezTo>
                  <a:pt x="184399" y="3442692"/>
                  <a:pt x="180138" y="3431687"/>
                  <a:pt x="172293" y="3422022"/>
                </a:cubicBezTo>
                <a:cubicBezTo>
                  <a:pt x="172567" y="3386386"/>
                  <a:pt x="159982" y="3357707"/>
                  <a:pt x="153640" y="3319632"/>
                </a:cubicBezTo>
                <a:cubicBezTo>
                  <a:pt x="117352" y="3267571"/>
                  <a:pt x="111308" y="3199530"/>
                  <a:pt x="102580" y="3174350"/>
                </a:cubicBezTo>
                <a:lnTo>
                  <a:pt x="101281" y="3168555"/>
                </a:lnTo>
                <a:cubicBezTo>
                  <a:pt x="101655" y="3163067"/>
                  <a:pt x="102030" y="3157580"/>
                  <a:pt x="102403" y="3152092"/>
                </a:cubicBezTo>
                <a:lnTo>
                  <a:pt x="103597" y="3145797"/>
                </a:lnTo>
                <a:cubicBezTo>
                  <a:pt x="104132" y="3141497"/>
                  <a:pt x="104119" y="3138691"/>
                  <a:pt x="103701" y="3136806"/>
                </a:cubicBezTo>
                <a:lnTo>
                  <a:pt x="108221" y="3088993"/>
                </a:lnTo>
                <a:cubicBezTo>
                  <a:pt x="109464" y="3064872"/>
                  <a:pt x="113188" y="3030250"/>
                  <a:pt x="111158" y="2992081"/>
                </a:cubicBezTo>
                <a:cubicBezTo>
                  <a:pt x="109031" y="2944441"/>
                  <a:pt x="104226" y="2942439"/>
                  <a:pt x="105565" y="2902844"/>
                </a:cubicBezTo>
                <a:cubicBezTo>
                  <a:pt x="107874" y="2897323"/>
                  <a:pt x="101362" y="2801618"/>
                  <a:pt x="105102" y="2797375"/>
                </a:cubicBezTo>
                <a:cubicBezTo>
                  <a:pt x="86174" y="2744941"/>
                  <a:pt x="109804" y="2750735"/>
                  <a:pt x="107241" y="2691357"/>
                </a:cubicBezTo>
                <a:cubicBezTo>
                  <a:pt x="107811" y="2665349"/>
                  <a:pt x="115946" y="2561129"/>
                  <a:pt x="145888" y="2542201"/>
                </a:cubicBezTo>
                <a:cubicBezTo>
                  <a:pt x="170455" y="2427400"/>
                  <a:pt x="123634" y="2367849"/>
                  <a:pt x="136292" y="2250554"/>
                </a:cubicBezTo>
                <a:cubicBezTo>
                  <a:pt x="110877" y="2215639"/>
                  <a:pt x="134601" y="2180816"/>
                  <a:pt x="130310" y="2141581"/>
                </a:cubicBezTo>
                <a:cubicBezTo>
                  <a:pt x="154051" y="2149219"/>
                  <a:pt x="117587" y="2094975"/>
                  <a:pt x="144587" y="2089095"/>
                </a:cubicBezTo>
                <a:cubicBezTo>
                  <a:pt x="142952" y="2082142"/>
                  <a:pt x="140513" y="2075590"/>
                  <a:pt x="137867" y="2069059"/>
                </a:cubicBezTo>
                <a:lnTo>
                  <a:pt x="136492" y="2065634"/>
                </a:lnTo>
                <a:cubicBezTo>
                  <a:pt x="136216" y="2060851"/>
                  <a:pt x="135939" y="2056067"/>
                  <a:pt x="135663" y="2051284"/>
                </a:cubicBezTo>
                <a:lnTo>
                  <a:pt x="124268" y="1960184"/>
                </a:lnTo>
                <a:cubicBezTo>
                  <a:pt x="138968" y="1926370"/>
                  <a:pt x="111716" y="1914873"/>
                  <a:pt x="131257" y="1873060"/>
                </a:cubicBezTo>
                <a:cubicBezTo>
                  <a:pt x="136329" y="1857442"/>
                  <a:pt x="139083" y="1807624"/>
                  <a:pt x="131724" y="1797311"/>
                </a:cubicBezTo>
                <a:cubicBezTo>
                  <a:pt x="130673" y="1786740"/>
                  <a:pt x="134293" y="1774954"/>
                  <a:pt x="126063" y="1769201"/>
                </a:cubicBezTo>
                <a:cubicBezTo>
                  <a:pt x="116300" y="1760126"/>
                  <a:pt x="134551" y="1725705"/>
                  <a:pt x="122085" y="1729500"/>
                </a:cubicBezTo>
                <a:cubicBezTo>
                  <a:pt x="134648" y="1705012"/>
                  <a:pt x="114449" y="1682158"/>
                  <a:pt x="110543" y="1659949"/>
                </a:cubicBezTo>
                <a:cubicBezTo>
                  <a:pt x="122664" y="1640913"/>
                  <a:pt x="102513" y="1613087"/>
                  <a:pt x="102892" y="1565607"/>
                </a:cubicBezTo>
                <a:cubicBezTo>
                  <a:pt x="116835" y="1544742"/>
                  <a:pt x="102976" y="1533616"/>
                  <a:pt x="122245" y="1494057"/>
                </a:cubicBezTo>
                <a:cubicBezTo>
                  <a:pt x="120629" y="1492563"/>
                  <a:pt x="119160" y="1490668"/>
                  <a:pt x="117883" y="1488429"/>
                </a:cubicBezTo>
                <a:cubicBezTo>
                  <a:pt x="110465" y="1475431"/>
                  <a:pt x="111002" y="1453942"/>
                  <a:pt x="119083" y="1440433"/>
                </a:cubicBezTo>
                <a:cubicBezTo>
                  <a:pt x="145274" y="1377630"/>
                  <a:pt x="146438" y="1321884"/>
                  <a:pt x="153340" y="1269148"/>
                </a:cubicBezTo>
                <a:cubicBezTo>
                  <a:pt x="158467" y="1209690"/>
                  <a:pt x="129360" y="1251077"/>
                  <a:pt x="154855" y="1175439"/>
                </a:cubicBezTo>
                <a:cubicBezTo>
                  <a:pt x="145538" y="1168218"/>
                  <a:pt x="145408" y="1158868"/>
                  <a:pt x="150548" y="1142685"/>
                </a:cubicBezTo>
                <a:cubicBezTo>
                  <a:pt x="152321" y="1113850"/>
                  <a:pt x="128121" y="1118007"/>
                  <a:pt x="143630" y="1087778"/>
                </a:cubicBezTo>
                <a:cubicBezTo>
                  <a:pt x="139451" y="1064261"/>
                  <a:pt x="125971" y="1018012"/>
                  <a:pt x="125476" y="1001580"/>
                </a:cubicBezTo>
                <a:cubicBezTo>
                  <a:pt x="123958" y="976962"/>
                  <a:pt x="134851" y="962709"/>
                  <a:pt x="134526" y="940069"/>
                </a:cubicBezTo>
                <a:cubicBezTo>
                  <a:pt x="142751" y="909988"/>
                  <a:pt x="129284" y="905409"/>
                  <a:pt x="123523" y="865739"/>
                </a:cubicBezTo>
                <a:cubicBezTo>
                  <a:pt x="131549" y="848234"/>
                  <a:pt x="128173" y="835030"/>
                  <a:pt x="121164" y="822450"/>
                </a:cubicBezTo>
                <a:cubicBezTo>
                  <a:pt x="124077" y="783082"/>
                  <a:pt x="113811" y="748321"/>
                  <a:pt x="110389" y="704665"/>
                </a:cubicBezTo>
                <a:cubicBezTo>
                  <a:pt x="120144" y="656264"/>
                  <a:pt x="99869" y="633697"/>
                  <a:pt x="96299" y="587032"/>
                </a:cubicBezTo>
                <a:cubicBezTo>
                  <a:pt x="87861" y="539988"/>
                  <a:pt x="66571" y="452493"/>
                  <a:pt x="59759" y="422399"/>
                </a:cubicBezTo>
                <a:cubicBezTo>
                  <a:pt x="62865" y="416491"/>
                  <a:pt x="59682" y="404768"/>
                  <a:pt x="55429" y="406467"/>
                </a:cubicBezTo>
                <a:cubicBezTo>
                  <a:pt x="56742" y="400038"/>
                  <a:pt x="64884" y="384166"/>
                  <a:pt x="58062" y="383409"/>
                </a:cubicBezTo>
                <a:cubicBezTo>
                  <a:pt x="57210" y="351894"/>
                  <a:pt x="61145" y="320031"/>
                  <a:pt x="69487" y="290892"/>
                </a:cubicBezTo>
                <a:cubicBezTo>
                  <a:pt x="57686" y="231306"/>
                  <a:pt x="89539" y="260845"/>
                  <a:pt x="86198" y="217175"/>
                </a:cubicBezTo>
                <a:cubicBezTo>
                  <a:pt x="72715" y="183379"/>
                  <a:pt x="83646" y="168958"/>
                  <a:pt x="74643" y="129155"/>
                </a:cubicBezTo>
                <a:cubicBezTo>
                  <a:pt x="96697" y="112411"/>
                  <a:pt x="72236" y="90977"/>
                  <a:pt x="78417" y="74202"/>
                </a:cubicBezTo>
                <a:cubicBezTo>
                  <a:pt x="59029" y="57686"/>
                  <a:pt x="81827" y="29115"/>
                  <a:pt x="94183" y="4683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15389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9D2243-1BDE-651B-6758-A3342F68C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1AC6A30-4F22-4C0F-B278-19C5B8A80C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4335AD-65B1-44E4-90AF-264024FE4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12191999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FE32D4-6D4E-B2C4-15F0-5FEF2FF3C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0366" y="609600"/>
            <a:ext cx="4267200" cy="1351472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600" b="1" kern="1200" dirty="0">
                <a:solidFill>
                  <a:schemeClr val="bg1"/>
                </a:solidFill>
                <a:latin typeface="Montserrat" panose="00000500000000000000" pitchFamily="2" charset="0"/>
              </a:rPr>
              <a:t>The Importance Of Feedback</a:t>
            </a:r>
          </a:p>
        </p:txBody>
      </p:sp>
      <p:pic>
        <p:nvPicPr>
          <p:cNvPr id="5" name="Content Placeholder 4" descr="A network of dots and circles&#10;&#10;AI-generated content may be incorrect.">
            <a:extLst>
              <a:ext uri="{FF2B5EF4-FFF2-40B4-BE49-F238E27FC236}">
                <a16:creationId xmlns:a16="http://schemas.microsoft.com/office/drawing/2014/main" id="{1CFE8F49-C370-B42A-FC7D-868F733E3B6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52" r="24966" b="-1"/>
          <a:stretch>
            <a:fillRect/>
          </a:stretch>
        </p:blipFill>
        <p:spPr>
          <a:xfrm>
            <a:off x="3" y="1"/>
            <a:ext cx="3695699" cy="6858001"/>
          </a:xfrm>
          <a:custGeom>
            <a:avLst/>
            <a:gdLst/>
            <a:ahLst/>
            <a:cxnLst/>
            <a:rect l="l" t="t" r="r" b="b"/>
            <a:pathLst>
              <a:path w="3695699" h="6858001">
                <a:moveTo>
                  <a:pt x="0" y="0"/>
                </a:moveTo>
                <a:lnTo>
                  <a:pt x="3435129" y="0"/>
                </a:lnTo>
                <a:lnTo>
                  <a:pt x="3430599" y="17349"/>
                </a:lnTo>
                <a:cubicBezTo>
                  <a:pt x="3437542" y="19835"/>
                  <a:pt x="3423757" y="30822"/>
                  <a:pt x="3427683" y="38871"/>
                </a:cubicBezTo>
                <a:cubicBezTo>
                  <a:pt x="3431230" y="44698"/>
                  <a:pt x="3427877" y="49388"/>
                  <a:pt x="3427096" y="55116"/>
                </a:cubicBezTo>
                <a:cubicBezTo>
                  <a:pt x="3429620" y="62945"/>
                  <a:pt x="3421946" y="87211"/>
                  <a:pt x="3417356" y="93331"/>
                </a:cubicBezTo>
                <a:cubicBezTo>
                  <a:pt x="3401974" y="107607"/>
                  <a:pt x="3409629" y="143436"/>
                  <a:pt x="3397765" y="155370"/>
                </a:cubicBezTo>
                <a:cubicBezTo>
                  <a:pt x="3395800" y="159886"/>
                  <a:pt x="3394789" y="164378"/>
                  <a:pt x="3394373" y="168831"/>
                </a:cubicBezTo>
                <a:lnTo>
                  <a:pt x="3394553" y="181402"/>
                </a:lnTo>
                <a:lnTo>
                  <a:pt x="3397293" y="185192"/>
                </a:lnTo>
                <a:lnTo>
                  <a:pt x="3395923" y="192756"/>
                </a:lnTo>
                <a:cubicBezTo>
                  <a:pt x="3396018" y="193497"/>
                  <a:pt x="3396112" y="194237"/>
                  <a:pt x="3396207" y="194978"/>
                </a:cubicBezTo>
                <a:cubicBezTo>
                  <a:pt x="3396531" y="199154"/>
                  <a:pt x="3396856" y="203330"/>
                  <a:pt x="3397180" y="207506"/>
                </a:cubicBezTo>
                <a:cubicBezTo>
                  <a:pt x="3382438" y="200939"/>
                  <a:pt x="3394549" y="241317"/>
                  <a:pt x="3383191" y="229051"/>
                </a:cubicBezTo>
                <a:cubicBezTo>
                  <a:pt x="3382519" y="234401"/>
                  <a:pt x="3381383" y="237332"/>
                  <a:pt x="3380194" y="239137"/>
                </a:cubicBezTo>
                <a:lnTo>
                  <a:pt x="3349267" y="310262"/>
                </a:lnTo>
                <a:lnTo>
                  <a:pt x="3344455" y="381704"/>
                </a:lnTo>
                <a:cubicBezTo>
                  <a:pt x="3343420" y="464598"/>
                  <a:pt x="3338482" y="511985"/>
                  <a:pt x="3327551" y="571873"/>
                </a:cubicBezTo>
                <a:cubicBezTo>
                  <a:pt x="3316620" y="631761"/>
                  <a:pt x="3309762" y="702429"/>
                  <a:pt x="3278869" y="741030"/>
                </a:cubicBezTo>
                <a:lnTo>
                  <a:pt x="3239259" y="957888"/>
                </a:lnTo>
                <a:cubicBezTo>
                  <a:pt x="3267597" y="1021376"/>
                  <a:pt x="3235647" y="1004478"/>
                  <a:pt x="3243890" y="1047869"/>
                </a:cubicBezTo>
                <a:cubicBezTo>
                  <a:pt x="3245988" y="1077107"/>
                  <a:pt x="3228006" y="1101189"/>
                  <a:pt x="3221700" y="1118244"/>
                </a:cubicBezTo>
                <a:cubicBezTo>
                  <a:pt x="3220198" y="1120922"/>
                  <a:pt x="3213346" y="1188569"/>
                  <a:pt x="3211078" y="1190394"/>
                </a:cubicBezTo>
                <a:cubicBezTo>
                  <a:pt x="3204899" y="1218939"/>
                  <a:pt x="3210276" y="1253036"/>
                  <a:pt x="3199704" y="1304585"/>
                </a:cubicBezTo>
                <a:cubicBezTo>
                  <a:pt x="3199438" y="1346246"/>
                  <a:pt x="3168623" y="1413431"/>
                  <a:pt x="3167741" y="1449444"/>
                </a:cubicBezTo>
                <a:cubicBezTo>
                  <a:pt x="3180911" y="1471132"/>
                  <a:pt x="3193362" y="1499173"/>
                  <a:pt x="3194410" y="1520667"/>
                </a:cubicBezTo>
                <a:cubicBezTo>
                  <a:pt x="3181228" y="1513763"/>
                  <a:pt x="3199978" y="1547097"/>
                  <a:pt x="3184473" y="1547038"/>
                </a:cubicBezTo>
                <a:cubicBezTo>
                  <a:pt x="3185153" y="1550949"/>
                  <a:pt x="3186303" y="1554741"/>
                  <a:pt x="3187573" y="1558550"/>
                </a:cubicBezTo>
                <a:lnTo>
                  <a:pt x="3188231" y="1560544"/>
                </a:lnTo>
                <a:lnTo>
                  <a:pt x="3188195" y="1568317"/>
                </a:lnTo>
                <a:lnTo>
                  <a:pt x="3191518" y="1570772"/>
                </a:lnTo>
                <a:lnTo>
                  <a:pt x="3193853" y="1582659"/>
                </a:lnTo>
                <a:cubicBezTo>
                  <a:pt x="3194213" y="1587070"/>
                  <a:pt x="3193997" y="1591769"/>
                  <a:pt x="3192857" y="1596890"/>
                </a:cubicBezTo>
                <a:cubicBezTo>
                  <a:pt x="3185716" y="1609144"/>
                  <a:pt x="3191593" y="1629575"/>
                  <a:pt x="3189686" y="1647479"/>
                </a:cubicBezTo>
                <a:lnTo>
                  <a:pt x="3187125" y="1655568"/>
                </a:lnTo>
                <a:cubicBezTo>
                  <a:pt x="3187259" y="1659315"/>
                  <a:pt x="3192418" y="1733399"/>
                  <a:pt x="3192552" y="1737146"/>
                </a:cubicBezTo>
                <a:cubicBezTo>
                  <a:pt x="3236684" y="1834597"/>
                  <a:pt x="3210475" y="1851660"/>
                  <a:pt x="3219437" y="1908917"/>
                </a:cubicBezTo>
                <a:lnTo>
                  <a:pt x="3220572" y="1915235"/>
                </a:lnTo>
                <a:cubicBezTo>
                  <a:pt x="3225642" y="1919319"/>
                  <a:pt x="3228448" y="1945519"/>
                  <a:pt x="3226946" y="1954447"/>
                </a:cubicBezTo>
                <a:cubicBezTo>
                  <a:pt x="3219553" y="1979351"/>
                  <a:pt x="3239504" y="2001442"/>
                  <a:pt x="3234148" y="2021397"/>
                </a:cubicBezTo>
                <a:cubicBezTo>
                  <a:pt x="3234224" y="2026740"/>
                  <a:pt x="3235084" y="2031233"/>
                  <a:pt x="3236424" y="2035173"/>
                </a:cubicBezTo>
                <a:lnTo>
                  <a:pt x="3241339" y="2045116"/>
                </a:lnTo>
                <a:lnTo>
                  <a:pt x="3233470" y="2098623"/>
                </a:lnTo>
                <a:cubicBezTo>
                  <a:pt x="3230495" y="2129687"/>
                  <a:pt x="3232618" y="2188321"/>
                  <a:pt x="3230016" y="2240964"/>
                </a:cubicBezTo>
                <a:cubicBezTo>
                  <a:pt x="3226602" y="2283982"/>
                  <a:pt x="3232644" y="2342030"/>
                  <a:pt x="3237809" y="2379644"/>
                </a:cubicBezTo>
                <a:cubicBezTo>
                  <a:pt x="3244462" y="2409884"/>
                  <a:pt x="3221747" y="2435219"/>
                  <a:pt x="3237054" y="2459103"/>
                </a:cubicBezTo>
                <a:cubicBezTo>
                  <a:pt x="3245536" y="2488997"/>
                  <a:pt x="3251426" y="2510390"/>
                  <a:pt x="3255285" y="2538679"/>
                </a:cubicBezTo>
                <a:cubicBezTo>
                  <a:pt x="3258296" y="2574322"/>
                  <a:pt x="3245460" y="2589819"/>
                  <a:pt x="3245073" y="2622720"/>
                </a:cubicBezTo>
                <a:lnTo>
                  <a:pt x="3252960" y="2736087"/>
                </a:lnTo>
                <a:cubicBezTo>
                  <a:pt x="3245577" y="2772183"/>
                  <a:pt x="3230063" y="2856752"/>
                  <a:pt x="3218681" y="2902964"/>
                </a:cubicBezTo>
                <a:cubicBezTo>
                  <a:pt x="3212624" y="2927969"/>
                  <a:pt x="3209733" y="2973979"/>
                  <a:pt x="3203641" y="3008786"/>
                </a:cubicBezTo>
                <a:cubicBezTo>
                  <a:pt x="3197547" y="3043595"/>
                  <a:pt x="3186644" y="3093251"/>
                  <a:pt x="3182123" y="3111815"/>
                </a:cubicBezTo>
                <a:lnTo>
                  <a:pt x="3176517" y="3120169"/>
                </a:lnTo>
                <a:lnTo>
                  <a:pt x="3177035" y="3121646"/>
                </a:lnTo>
                <a:cubicBezTo>
                  <a:pt x="3177423" y="3127588"/>
                  <a:pt x="3176129" y="3130763"/>
                  <a:pt x="3174093" y="3132705"/>
                </a:cubicBezTo>
                <a:lnTo>
                  <a:pt x="3171045" y="3134220"/>
                </a:lnTo>
                <a:lnTo>
                  <a:pt x="3168274" y="3141524"/>
                </a:lnTo>
                <a:lnTo>
                  <a:pt x="3160781" y="3155149"/>
                </a:lnTo>
                <a:cubicBezTo>
                  <a:pt x="3160949" y="3156237"/>
                  <a:pt x="3161116" y="3157326"/>
                  <a:pt x="3161284" y="3158414"/>
                </a:cubicBezTo>
                <a:lnTo>
                  <a:pt x="3152950" y="3180080"/>
                </a:lnTo>
                <a:lnTo>
                  <a:pt x="3153739" y="3180719"/>
                </a:lnTo>
                <a:cubicBezTo>
                  <a:pt x="3155321" y="3182647"/>
                  <a:pt x="3156128" y="3184999"/>
                  <a:pt x="3155342" y="3188313"/>
                </a:cubicBezTo>
                <a:cubicBezTo>
                  <a:pt x="3169797" y="3188216"/>
                  <a:pt x="3159934" y="3192271"/>
                  <a:pt x="3156340" y="3202049"/>
                </a:cubicBezTo>
                <a:cubicBezTo>
                  <a:pt x="3177988" y="3204083"/>
                  <a:pt x="3159779" y="3228842"/>
                  <a:pt x="3169832" y="3237938"/>
                </a:cubicBezTo>
                <a:cubicBezTo>
                  <a:pt x="3166705" y="3245075"/>
                  <a:pt x="3163793" y="3252659"/>
                  <a:pt x="3161244" y="3260564"/>
                </a:cubicBezTo>
                <a:lnTo>
                  <a:pt x="3160005" y="3265314"/>
                </a:lnTo>
                <a:cubicBezTo>
                  <a:pt x="3160063" y="3265371"/>
                  <a:pt x="3160124" y="3265428"/>
                  <a:pt x="3160184" y="3265486"/>
                </a:cubicBezTo>
                <a:cubicBezTo>
                  <a:pt x="3160345" y="3266694"/>
                  <a:pt x="3160101" y="3268319"/>
                  <a:pt x="3159279" y="3270659"/>
                </a:cubicBezTo>
                <a:lnTo>
                  <a:pt x="3157747" y="3273971"/>
                </a:lnTo>
                <a:lnTo>
                  <a:pt x="3155343" y="3283185"/>
                </a:lnTo>
                <a:cubicBezTo>
                  <a:pt x="3155517" y="3284422"/>
                  <a:pt x="3155689" y="3285657"/>
                  <a:pt x="3155860" y="3286893"/>
                </a:cubicBezTo>
                <a:lnTo>
                  <a:pt x="3158001" y="3289146"/>
                </a:lnTo>
                <a:lnTo>
                  <a:pt x="3157508" y="3289877"/>
                </a:lnTo>
                <a:cubicBezTo>
                  <a:pt x="3151604" y="3294411"/>
                  <a:pt x="3144966" y="3293561"/>
                  <a:pt x="3159853" y="3309833"/>
                </a:cubicBezTo>
                <a:cubicBezTo>
                  <a:pt x="3149181" y="3321561"/>
                  <a:pt x="3158789" y="3329345"/>
                  <a:pt x="3157392" y="3351579"/>
                </a:cubicBezTo>
                <a:cubicBezTo>
                  <a:pt x="3148710" y="3357083"/>
                  <a:pt x="3149361" y="3365079"/>
                  <a:pt x="3152871" y="3374240"/>
                </a:cubicBezTo>
                <a:cubicBezTo>
                  <a:pt x="3148885" y="3383513"/>
                  <a:pt x="3145239" y="3392740"/>
                  <a:pt x="3142119" y="3402557"/>
                </a:cubicBezTo>
                <a:lnTo>
                  <a:pt x="3138061" y="3419585"/>
                </a:lnTo>
                <a:lnTo>
                  <a:pt x="3139796" y="3424940"/>
                </a:lnTo>
                <a:cubicBezTo>
                  <a:pt x="3142520" y="3434326"/>
                  <a:pt x="3143300" y="3443700"/>
                  <a:pt x="3137669" y="3463264"/>
                </a:cubicBezTo>
                <a:cubicBezTo>
                  <a:pt x="3147380" y="3480689"/>
                  <a:pt x="3167781" y="3490510"/>
                  <a:pt x="3168140" y="3518969"/>
                </a:cubicBezTo>
                <a:cubicBezTo>
                  <a:pt x="3159473" y="3545761"/>
                  <a:pt x="3191152" y="3574399"/>
                  <a:pt x="3179206" y="3607864"/>
                </a:cubicBezTo>
                <a:cubicBezTo>
                  <a:pt x="3176757" y="3619813"/>
                  <a:pt x="3181069" y="3654600"/>
                  <a:pt x="3189125" y="3659839"/>
                </a:cubicBezTo>
                <a:cubicBezTo>
                  <a:pt x="3191518" y="3666815"/>
                  <a:pt x="3189857" y="3675779"/>
                  <a:pt x="3198077" y="3677681"/>
                </a:cubicBezTo>
                <a:cubicBezTo>
                  <a:pt x="3208136" y="3681475"/>
                  <a:pt x="3196345" y="3709561"/>
                  <a:pt x="3207094" y="3703876"/>
                </a:cubicBezTo>
                <a:cubicBezTo>
                  <a:pt x="3199084" y="3723751"/>
                  <a:pt x="3220453" y="3734396"/>
                  <a:pt x="3227016" y="3748633"/>
                </a:cubicBezTo>
                <a:cubicBezTo>
                  <a:pt x="3218663" y="3764666"/>
                  <a:pt x="3240667" y="3778725"/>
                  <a:pt x="3246806" y="3811324"/>
                </a:cubicBezTo>
                <a:cubicBezTo>
                  <a:pt x="3237058" y="3829063"/>
                  <a:pt x="3251097" y="3833247"/>
                  <a:pt x="3239091" y="3865102"/>
                </a:cubicBezTo>
                <a:cubicBezTo>
                  <a:pt x="3240755" y="3865725"/>
                  <a:pt x="3242340" y="3866659"/>
                  <a:pt x="3243800" y="3867874"/>
                </a:cubicBezTo>
                <a:cubicBezTo>
                  <a:pt x="3252276" y="3874935"/>
                  <a:pt x="3254724" y="3889782"/>
                  <a:pt x="3249268" y="3901031"/>
                </a:cubicBezTo>
                <a:cubicBezTo>
                  <a:pt x="3234180" y="3950514"/>
                  <a:pt x="3270886" y="3938724"/>
                  <a:pt x="3271850" y="3976535"/>
                </a:cubicBezTo>
                <a:cubicBezTo>
                  <a:pt x="3275333" y="4018513"/>
                  <a:pt x="3265836" y="4033210"/>
                  <a:pt x="3253128" y="4091308"/>
                </a:cubicBezTo>
                <a:cubicBezTo>
                  <a:pt x="3262530" y="4093945"/>
                  <a:pt x="3263925" y="4100312"/>
                  <a:pt x="3261491" y="4112665"/>
                </a:cubicBezTo>
                <a:cubicBezTo>
                  <a:pt x="3263824" y="4132845"/>
                  <a:pt x="3285122" y="4124005"/>
                  <a:pt x="3275235" y="4148543"/>
                </a:cubicBezTo>
                <a:cubicBezTo>
                  <a:pt x="3282222" y="4163609"/>
                  <a:pt x="3300717" y="4191930"/>
                  <a:pt x="3303406" y="4203059"/>
                </a:cubicBezTo>
                <a:cubicBezTo>
                  <a:pt x="3307769" y="4216879"/>
                  <a:pt x="3289765" y="4198911"/>
                  <a:pt x="3291377" y="4215304"/>
                </a:cubicBezTo>
                <a:cubicBezTo>
                  <a:pt x="3295421" y="4234470"/>
                  <a:pt x="3290844" y="4240556"/>
                  <a:pt x="3303627" y="4247412"/>
                </a:cubicBezTo>
                <a:cubicBezTo>
                  <a:pt x="3300302" y="4270043"/>
                  <a:pt x="3313094" y="4269840"/>
                  <a:pt x="3323715" y="4295574"/>
                </a:cubicBezTo>
                <a:cubicBezTo>
                  <a:pt x="3318854" y="4309546"/>
                  <a:pt x="3323708" y="4317748"/>
                  <a:pt x="3331757" y="4324626"/>
                </a:cubicBezTo>
                <a:cubicBezTo>
                  <a:pt x="3334500" y="4352298"/>
                  <a:pt x="3348521" y="4373553"/>
                  <a:pt x="3357571" y="4402594"/>
                </a:cubicBezTo>
                <a:cubicBezTo>
                  <a:pt x="3395421" y="4440113"/>
                  <a:pt x="3406716" y="4492429"/>
                  <a:pt x="3416883" y="4511276"/>
                </a:cubicBezTo>
                <a:lnTo>
                  <a:pt x="3418568" y="4515669"/>
                </a:lnTo>
                <a:cubicBezTo>
                  <a:pt x="3418685" y="4519956"/>
                  <a:pt x="3418801" y="4524244"/>
                  <a:pt x="3418918" y="4528531"/>
                </a:cubicBezTo>
                <a:cubicBezTo>
                  <a:pt x="3418727" y="4530191"/>
                  <a:pt x="3418537" y="4531850"/>
                  <a:pt x="3418346" y="4533510"/>
                </a:cubicBezTo>
                <a:cubicBezTo>
                  <a:pt x="3418215" y="4536889"/>
                  <a:pt x="3418462" y="4539065"/>
                  <a:pt x="3419005" y="4540494"/>
                </a:cubicBezTo>
                <a:lnTo>
                  <a:pt x="3424268" y="4595886"/>
                </a:lnTo>
                <a:cubicBezTo>
                  <a:pt x="3429156" y="4624362"/>
                  <a:pt x="3443934" y="4682306"/>
                  <a:pt x="3448330" y="4711348"/>
                </a:cubicBezTo>
                <a:lnTo>
                  <a:pt x="3445621" y="4714874"/>
                </a:lnTo>
                <a:cubicBezTo>
                  <a:pt x="3444103" y="4718397"/>
                  <a:pt x="3443735" y="4723077"/>
                  <a:pt x="3445980" y="4730345"/>
                </a:cubicBezTo>
                <a:lnTo>
                  <a:pt x="3446976" y="4731926"/>
                </a:lnTo>
                <a:lnTo>
                  <a:pt x="3443720" y="4745408"/>
                </a:lnTo>
                <a:cubicBezTo>
                  <a:pt x="3444756" y="4771155"/>
                  <a:pt x="3455466" y="4843107"/>
                  <a:pt x="3453194" y="4886406"/>
                </a:cubicBezTo>
                <a:cubicBezTo>
                  <a:pt x="3454856" y="4906631"/>
                  <a:pt x="3481235" y="5008239"/>
                  <a:pt x="3455210" y="5025296"/>
                </a:cubicBezTo>
                <a:cubicBezTo>
                  <a:pt x="3442202" y="5116320"/>
                  <a:pt x="3464654" y="5119078"/>
                  <a:pt x="3462841" y="5211091"/>
                </a:cubicBezTo>
                <a:cubicBezTo>
                  <a:pt x="3469390" y="5269669"/>
                  <a:pt x="3462794" y="5327391"/>
                  <a:pt x="3469385" y="5356669"/>
                </a:cubicBezTo>
                <a:cubicBezTo>
                  <a:pt x="3471479" y="5361935"/>
                  <a:pt x="3474277" y="5366825"/>
                  <a:pt x="3477268" y="5371683"/>
                </a:cubicBezTo>
                <a:lnTo>
                  <a:pt x="3478824" y="5374232"/>
                </a:lnTo>
                <a:lnTo>
                  <a:pt x="3486664" y="5427532"/>
                </a:lnTo>
                <a:lnTo>
                  <a:pt x="3499845" y="5523238"/>
                </a:lnTo>
                <a:cubicBezTo>
                  <a:pt x="3496480" y="5535759"/>
                  <a:pt x="3498126" y="5574631"/>
                  <a:pt x="3505782" y="5582050"/>
                </a:cubicBezTo>
                <a:cubicBezTo>
                  <a:pt x="3507640" y="5590169"/>
                  <a:pt x="3505294" y="5599602"/>
                  <a:pt x="3513368" y="5603412"/>
                </a:cubicBezTo>
                <a:cubicBezTo>
                  <a:pt x="3518549" y="5620896"/>
                  <a:pt x="3530454" y="5660930"/>
                  <a:pt x="3536869" y="5686953"/>
                </a:cubicBezTo>
                <a:cubicBezTo>
                  <a:pt x="3527290" y="5702684"/>
                  <a:pt x="3548216" y="5722678"/>
                  <a:pt x="3551859" y="5759548"/>
                </a:cubicBezTo>
                <a:cubicBezTo>
                  <a:pt x="3540751" y="5776843"/>
                  <a:pt x="3554471" y="5784377"/>
                  <a:pt x="3540024" y="5816599"/>
                </a:cubicBezTo>
                <a:cubicBezTo>
                  <a:pt x="3541640" y="5817630"/>
                  <a:pt x="3543154" y="5818984"/>
                  <a:pt x="3544521" y="5820619"/>
                </a:cubicBezTo>
                <a:cubicBezTo>
                  <a:pt x="3552455" y="5830118"/>
                  <a:pt x="3553767" y="5846834"/>
                  <a:pt x="3547449" y="5857956"/>
                </a:cubicBezTo>
                <a:cubicBezTo>
                  <a:pt x="3528571" y="5908761"/>
                  <a:pt x="3532186" y="5952107"/>
                  <a:pt x="3530253" y="5993572"/>
                </a:cubicBezTo>
                <a:cubicBezTo>
                  <a:pt x="3530522" y="6040113"/>
                  <a:pt x="3553891" y="6005695"/>
                  <a:pt x="3536734" y="6066404"/>
                </a:cubicBezTo>
                <a:cubicBezTo>
                  <a:pt x="3545935" y="6071268"/>
                  <a:pt x="3546842" y="6078512"/>
                  <a:pt x="3543461" y="6091477"/>
                </a:cubicBezTo>
                <a:cubicBezTo>
                  <a:pt x="3549602" y="6107585"/>
                  <a:pt x="3568275" y="6137061"/>
                  <a:pt x="3573577" y="6163051"/>
                </a:cubicBezTo>
                <a:cubicBezTo>
                  <a:pt x="3577046" y="6182032"/>
                  <a:pt x="3572259" y="6223892"/>
                  <a:pt x="3575275" y="6247420"/>
                </a:cubicBezTo>
                <a:cubicBezTo>
                  <a:pt x="3570217" y="6271412"/>
                  <a:pt x="3583023" y="6273898"/>
                  <a:pt x="3591673" y="6304222"/>
                </a:cubicBezTo>
                <a:cubicBezTo>
                  <a:pt x="3585743" y="6318440"/>
                  <a:pt x="3589967" y="6328418"/>
                  <a:pt x="3597489" y="6337624"/>
                </a:cubicBezTo>
                <a:cubicBezTo>
                  <a:pt x="3598113" y="6368401"/>
                  <a:pt x="3610504" y="6394558"/>
                  <a:pt x="3617330" y="6428161"/>
                </a:cubicBezTo>
                <a:cubicBezTo>
                  <a:pt x="3612404" y="6466489"/>
                  <a:pt x="3633001" y="6482393"/>
                  <a:pt x="3640218" y="6518318"/>
                </a:cubicBezTo>
                <a:cubicBezTo>
                  <a:pt x="3625420" y="6557419"/>
                  <a:pt x="3668862" y="6537820"/>
                  <a:pt x="3670788" y="6568733"/>
                </a:cubicBezTo>
                <a:cubicBezTo>
                  <a:pt x="3659124" y="6621466"/>
                  <a:pt x="3685482" y="6565072"/>
                  <a:pt x="3687763" y="6643164"/>
                </a:cubicBezTo>
                <a:cubicBezTo>
                  <a:pt x="3685396" y="6647995"/>
                  <a:pt x="3689317" y="6656838"/>
                  <a:pt x="3693097" y="6655183"/>
                </a:cubicBezTo>
                <a:cubicBezTo>
                  <a:pt x="3693444" y="6672318"/>
                  <a:pt x="3690193" y="6715787"/>
                  <a:pt x="3689847" y="6745974"/>
                </a:cubicBezTo>
                <a:cubicBezTo>
                  <a:pt x="3689583" y="6773144"/>
                  <a:pt x="3690048" y="6817635"/>
                  <a:pt x="3691023" y="6836306"/>
                </a:cubicBezTo>
                <a:lnTo>
                  <a:pt x="3695699" y="6858001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C4E6BA-8950-4911-7929-FEAFD783A137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198966" y="2147357"/>
            <a:ext cx="3810000" cy="4101042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Constructive feedback is crucial for student learning (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Sapire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&amp; Roberts, 2023).</a:t>
            </a:r>
          </a:p>
          <a:p>
            <a:pPr marL="0" lvl="1" indent="0">
              <a:buNone/>
            </a:pPr>
            <a:endParaRPr lang="en-GB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0" lvl="1" indent="0">
              <a:buNone/>
            </a:pP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Students value feedback that goes beyond correction, appreciating emotional support, encouragement, and meaningful engagement from teachers (Rowe, 2011).</a:t>
            </a:r>
          </a:p>
          <a:p>
            <a:pPr marL="0" lvl="1" indent="0">
              <a:buNone/>
            </a:pPr>
            <a:endParaRPr lang="en-GB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0" lvl="1" indent="0">
              <a:buNone/>
            </a:pP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From the research just mentioned we extract six pedagogically relevant dimensions for feedback: Constructive, Encouraging, Polite, Relevant, Concise, and Corrective.</a:t>
            </a:r>
          </a:p>
          <a:p>
            <a:pPr marL="0" lvl="1" indent="0">
              <a:buNone/>
            </a:pPr>
            <a:endParaRPr lang="en-GB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0" lvl="1" indent="0">
              <a:buNone/>
            </a:pP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These guide how Gemini greatest feedback for the COS214 students.</a:t>
            </a:r>
            <a:endParaRPr lang="en-ZA" sz="1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3" name="Content Placeholder 4" descr="Student seated in classroom at table, reading tablet">
            <a:extLst>
              <a:ext uri="{FF2B5EF4-FFF2-40B4-BE49-F238E27FC236}">
                <a16:creationId xmlns:a16="http://schemas.microsoft.com/office/drawing/2014/main" id="{CCF9220F-C5AA-58C1-9B26-B9EA2691D7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312" r="39536" b="-1"/>
          <a:stretch>
            <a:fillRect/>
          </a:stretch>
        </p:blipFill>
        <p:spPr>
          <a:xfrm>
            <a:off x="8580467" y="10"/>
            <a:ext cx="3611533" cy="6857990"/>
          </a:xfrm>
          <a:custGeom>
            <a:avLst/>
            <a:gdLst/>
            <a:ahLst/>
            <a:cxnLst/>
            <a:rect l="l" t="t" r="r" b="b"/>
            <a:pathLst>
              <a:path w="3810000" h="6858000">
                <a:moveTo>
                  <a:pt x="95627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3132" y="6858000"/>
                </a:lnTo>
                <a:cubicBezTo>
                  <a:pt x="13183" y="6857363"/>
                  <a:pt x="13234" y="6856727"/>
                  <a:pt x="13284" y="6856090"/>
                </a:cubicBezTo>
                <a:lnTo>
                  <a:pt x="31566" y="6805847"/>
                </a:lnTo>
                <a:lnTo>
                  <a:pt x="30463" y="6715381"/>
                </a:lnTo>
                <a:cubicBezTo>
                  <a:pt x="29585" y="6714082"/>
                  <a:pt x="28597" y="6713038"/>
                  <a:pt x="27533" y="6712286"/>
                </a:cubicBezTo>
                <a:lnTo>
                  <a:pt x="31288" y="6698474"/>
                </a:lnTo>
                <a:lnTo>
                  <a:pt x="29901" y="6686264"/>
                </a:lnTo>
                <a:cubicBezTo>
                  <a:pt x="29591" y="6639749"/>
                  <a:pt x="29281" y="6593234"/>
                  <a:pt x="28971" y="6546719"/>
                </a:cubicBezTo>
                <a:cubicBezTo>
                  <a:pt x="23415" y="6502008"/>
                  <a:pt x="3087" y="6462057"/>
                  <a:pt x="310" y="6408337"/>
                </a:cubicBezTo>
                <a:cubicBezTo>
                  <a:pt x="-2468" y="6354617"/>
                  <a:pt x="14431" y="6312397"/>
                  <a:pt x="12307" y="6224401"/>
                </a:cubicBezTo>
                <a:lnTo>
                  <a:pt x="27152" y="6147415"/>
                </a:lnTo>
                <a:lnTo>
                  <a:pt x="39044" y="6093837"/>
                </a:lnTo>
                <a:cubicBezTo>
                  <a:pt x="47718" y="6039281"/>
                  <a:pt x="47985" y="5964495"/>
                  <a:pt x="46816" y="5915901"/>
                </a:cubicBezTo>
                <a:cubicBezTo>
                  <a:pt x="43189" y="5876557"/>
                  <a:pt x="47196" y="5863739"/>
                  <a:pt x="33533" y="5831562"/>
                </a:cubicBezTo>
                <a:cubicBezTo>
                  <a:pt x="27901" y="5792459"/>
                  <a:pt x="47408" y="5747455"/>
                  <a:pt x="46555" y="5710909"/>
                </a:cubicBezTo>
                <a:cubicBezTo>
                  <a:pt x="53188" y="5686865"/>
                  <a:pt x="49116" y="5615845"/>
                  <a:pt x="62461" y="5602222"/>
                </a:cubicBezTo>
                <a:cubicBezTo>
                  <a:pt x="64066" y="5572067"/>
                  <a:pt x="49594" y="5555548"/>
                  <a:pt x="56185" y="5529979"/>
                </a:cubicBezTo>
                <a:lnTo>
                  <a:pt x="67961" y="5458854"/>
                </a:lnTo>
                <a:lnTo>
                  <a:pt x="110939" y="5353584"/>
                </a:lnTo>
                <a:cubicBezTo>
                  <a:pt x="123070" y="5308303"/>
                  <a:pt x="110671" y="5307524"/>
                  <a:pt x="128276" y="5249764"/>
                </a:cubicBezTo>
                <a:cubicBezTo>
                  <a:pt x="137692" y="5218499"/>
                  <a:pt x="146153" y="5160067"/>
                  <a:pt x="156749" y="5116288"/>
                </a:cubicBezTo>
                <a:cubicBezTo>
                  <a:pt x="167347" y="5072508"/>
                  <a:pt x="184838" y="5010298"/>
                  <a:pt x="191855" y="4987089"/>
                </a:cubicBezTo>
                <a:lnTo>
                  <a:pt x="219824" y="4934095"/>
                </a:lnTo>
                <a:cubicBezTo>
                  <a:pt x="223315" y="4926170"/>
                  <a:pt x="231151" y="4920904"/>
                  <a:pt x="231137" y="4903120"/>
                </a:cubicBezTo>
                <a:lnTo>
                  <a:pt x="219738" y="4827391"/>
                </a:lnTo>
                <a:cubicBezTo>
                  <a:pt x="223928" y="4818620"/>
                  <a:pt x="227939" y="4809255"/>
                  <a:pt x="231597" y="4799440"/>
                </a:cubicBezTo>
                <a:lnTo>
                  <a:pt x="233480" y="4793512"/>
                </a:lnTo>
                <a:cubicBezTo>
                  <a:pt x="233423" y="4793432"/>
                  <a:pt x="233367" y="4793351"/>
                  <a:pt x="233310" y="4793271"/>
                </a:cubicBezTo>
                <a:cubicBezTo>
                  <a:pt x="233275" y="4791711"/>
                  <a:pt x="233728" y="4789662"/>
                  <a:pt x="234882" y="4786765"/>
                </a:cubicBezTo>
                <a:lnTo>
                  <a:pt x="236914" y="4782703"/>
                </a:lnTo>
                <a:lnTo>
                  <a:pt x="246329" y="4683644"/>
                </a:lnTo>
                <a:cubicBezTo>
                  <a:pt x="256294" y="4677568"/>
                  <a:pt x="256527" y="4667288"/>
                  <a:pt x="253823" y="4655204"/>
                </a:cubicBezTo>
                <a:cubicBezTo>
                  <a:pt x="259521" y="4631796"/>
                  <a:pt x="280440" y="4574275"/>
                  <a:pt x="280514" y="4543195"/>
                </a:cubicBezTo>
                <a:cubicBezTo>
                  <a:pt x="272112" y="4519880"/>
                  <a:pt x="251340" y="4505102"/>
                  <a:pt x="254268" y="4468722"/>
                </a:cubicBezTo>
                <a:cubicBezTo>
                  <a:pt x="266696" y="4435462"/>
                  <a:pt x="236001" y="4395418"/>
                  <a:pt x="252728" y="4353998"/>
                </a:cubicBezTo>
                <a:cubicBezTo>
                  <a:pt x="256750" y="4339008"/>
                  <a:pt x="256168" y="4294115"/>
                  <a:pt x="248123" y="4286542"/>
                </a:cubicBezTo>
                <a:cubicBezTo>
                  <a:pt x="246365" y="4277371"/>
                  <a:pt x="249194" y="4266107"/>
                  <a:pt x="240584" y="4262777"/>
                </a:cubicBezTo>
                <a:cubicBezTo>
                  <a:pt x="230221" y="4256829"/>
                  <a:pt x="246153" y="4222259"/>
                  <a:pt x="233949" y="4228340"/>
                </a:cubicBezTo>
                <a:cubicBezTo>
                  <a:pt x="244865" y="4203839"/>
                  <a:pt x="223150" y="4187902"/>
                  <a:pt x="217758" y="4169004"/>
                </a:cubicBezTo>
                <a:cubicBezTo>
                  <a:pt x="228596" y="4149446"/>
                  <a:pt x="206597" y="4129080"/>
                  <a:pt x="203797" y="4086781"/>
                </a:cubicBezTo>
                <a:cubicBezTo>
                  <a:pt x="216334" y="4065199"/>
                  <a:pt x="201740" y="4058317"/>
                  <a:pt x="218344" y="4018957"/>
                </a:cubicBezTo>
                <a:cubicBezTo>
                  <a:pt x="216630" y="4017979"/>
                  <a:pt x="215034" y="4016614"/>
                  <a:pt x="213609" y="4014902"/>
                </a:cubicBezTo>
                <a:cubicBezTo>
                  <a:pt x="205325" y="4004955"/>
                  <a:pt x="204424" y="3985729"/>
                  <a:pt x="211594" y="3971964"/>
                </a:cubicBezTo>
                <a:cubicBezTo>
                  <a:pt x="233561" y="3910433"/>
                  <a:pt x="230991" y="3860613"/>
                  <a:pt x="234357" y="3812226"/>
                </a:cubicBezTo>
                <a:cubicBezTo>
                  <a:pt x="235501" y="3758242"/>
                  <a:pt x="209185" y="3801364"/>
                  <a:pt x="229596" y="3728573"/>
                </a:cubicBezTo>
                <a:cubicBezTo>
                  <a:pt x="219804" y="3724174"/>
                  <a:pt x="219047" y="3715890"/>
                  <a:pt x="223099" y="3700384"/>
                </a:cubicBezTo>
                <a:cubicBezTo>
                  <a:pt x="222942" y="3674360"/>
                  <a:pt x="199034" y="3683312"/>
                  <a:pt x="212511" y="3653063"/>
                </a:cubicBezTo>
                <a:cubicBezTo>
                  <a:pt x="207582" y="3623616"/>
                  <a:pt x="199349" y="3555881"/>
                  <a:pt x="193522" y="3523704"/>
                </a:cubicBezTo>
                <a:cubicBezTo>
                  <a:pt x="199728" y="3495169"/>
                  <a:pt x="185963" y="3494025"/>
                  <a:pt x="177551" y="3460001"/>
                </a:cubicBezTo>
                <a:cubicBezTo>
                  <a:pt x="184399" y="3442692"/>
                  <a:pt x="180138" y="3431687"/>
                  <a:pt x="172293" y="3422022"/>
                </a:cubicBezTo>
                <a:cubicBezTo>
                  <a:pt x="172567" y="3386386"/>
                  <a:pt x="159982" y="3357707"/>
                  <a:pt x="153640" y="3319632"/>
                </a:cubicBezTo>
                <a:cubicBezTo>
                  <a:pt x="117352" y="3267571"/>
                  <a:pt x="111308" y="3199530"/>
                  <a:pt x="102580" y="3174350"/>
                </a:cubicBezTo>
                <a:lnTo>
                  <a:pt x="101281" y="3168555"/>
                </a:lnTo>
                <a:cubicBezTo>
                  <a:pt x="101655" y="3163067"/>
                  <a:pt x="102030" y="3157580"/>
                  <a:pt x="102403" y="3152092"/>
                </a:cubicBezTo>
                <a:lnTo>
                  <a:pt x="103597" y="3145797"/>
                </a:lnTo>
                <a:cubicBezTo>
                  <a:pt x="104132" y="3141497"/>
                  <a:pt x="104119" y="3138691"/>
                  <a:pt x="103701" y="3136806"/>
                </a:cubicBezTo>
                <a:lnTo>
                  <a:pt x="108221" y="3088993"/>
                </a:lnTo>
                <a:cubicBezTo>
                  <a:pt x="109464" y="3064872"/>
                  <a:pt x="113188" y="3030250"/>
                  <a:pt x="111158" y="2992081"/>
                </a:cubicBezTo>
                <a:cubicBezTo>
                  <a:pt x="109031" y="2944441"/>
                  <a:pt x="104226" y="2942439"/>
                  <a:pt x="105565" y="2902844"/>
                </a:cubicBezTo>
                <a:cubicBezTo>
                  <a:pt x="107874" y="2897323"/>
                  <a:pt x="101362" y="2801618"/>
                  <a:pt x="105102" y="2797375"/>
                </a:cubicBezTo>
                <a:cubicBezTo>
                  <a:pt x="86174" y="2744941"/>
                  <a:pt x="109804" y="2750735"/>
                  <a:pt x="107241" y="2691357"/>
                </a:cubicBezTo>
                <a:cubicBezTo>
                  <a:pt x="107811" y="2665349"/>
                  <a:pt x="115946" y="2561129"/>
                  <a:pt x="145888" y="2542201"/>
                </a:cubicBezTo>
                <a:cubicBezTo>
                  <a:pt x="170455" y="2427400"/>
                  <a:pt x="123634" y="2367849"/>
                  <a:pt x="136292" y="2250554"/>
                </a:cubicBezTo>
                <a:cubicBezTo>
                  <a:pt x="110877" y="2215639"/>
                  <a:pt x="134601" y="2180816"/>
                  <a:pt x="130310" y="2141581"/>
                </a:cubicBezTo>
                <a:cubicBezTo>
                  <a:pt x="154051" y="2149219"/>
                  <a:pt x="117587" y="2094975"/>
                  <a:pt x="144587" y="2089095"/>
                </a:cubicBezTo>
                <a:cubicBezTo>
                  <a:pt x="142952" y="2082142"/>
                  <a:pt x="140513" y="2075590"/>
                  <a:pt x="137867" y="2069059"/>
                </a:cubicBezTo>
                <a:lnTo>
                  <a:pt x="136492" y="2065634"/>
                </a:lnTo>
                <a:cubicBezTo>
                  <a:pt x="136216" y="2060851"/>
                  <a:pt x="135939" y="2056067"/>
                  <a:pt x="135663" y="2051284"/>
                </a:cubicBezTo>
                <a:lnTo>
                  <a:pt x="124268" y="1960184"/>
                </a:lnTo>
                <a:cubicBezTo>
                  <a:pt x="138968" y="1926370"/>
                  <a:pt x="111716" y="1914873"/>
                  <a:pt x="131257" y="1873060"/>
                </a:cubicBezTo>
                <a:cubicBezTo>
                  <a:pt x="136329" y="1857442"/>
                  <a:pt x="139083" y="1807624"/>
                  <a:pt x="131724" y="1797311"/>
                </a:cubicBezTo>
                <a:cubicBezTo>
                  <a:pt x="130673" y="1786740"/>
                  <a:pt x="134293" y="1774954"/>
                  <a:pt x="126063" y="1769201"/>
                </a:cubicBezTo>
                <a:cubicBezTo>
                  <a:pt x="116300" y="1760126"/>
                  <a:pt x="134551" y="1725705"/>
                  <a:pt x="122085" y="1729500"/>
                </a:cubicBezTo>
                <a:cubicBezTo>
                  <a:pt x="134648" y="1705012"/>
                  <a:pt x="114449" y="1682158"/>
                  <a:pt x="110543" y="1659949"/>
                </a:cubicBezTo>
                <a:cubicBezTo>
                  <a:pt x="122664" y="1640913"/>
                  <a:pt x="102513" y="1613087"/>
                  <a:pt x="102892" y="1565607"/>
                </a:cubicBezTo>
                <a:cubicBezTo>
                  <a:pt x="116835" y="1544742"/>
                  <a:pt x="102976" y="1533616"/>
                  <a:pt x="122245" y="1494057"/>
                </a:cubicBezTo>
                <a:cubicBezTo>
                  <a:pt x="120629" y="1492563"/>
                  <a:pt x="119160" y="1490668"/>
                  <a:pt x="117883" y="1488429"/>
                </a:cubicBezTo>
                <a:cubicBezTo>
                  <a:pt x="110465" y="1475431"/>
                  <a:pt x="111002" y="1453942"/>
                  <a:pt x="119083" y="1440433"/>
                </a:cubicBezTo>
                <a:cubicBezTo>
                  <a:pt x="145274" y="1377630"/>
                  <a:pt x="146438" y="1321884"/>
                  <a:pt x="153340" y="1269148"/>
                </a:cubicBezTo>
                <a:cubicBezTo>
                  <a:pt x="158467" y="1209690"/>
                  <a:pt x="129360" y="1251077"/>
                  <a:pt x="154855" y="1175439"/>
                </a:cubicBezTo>
                <a:cubicBezTo>
                  <a:pt x="145538" y="1168218"/>
                  <a:pt x="145408" y="1158868"/>
                  <a:pt x="150548" y="1142685"/>
                </a:cubicBezTo>
                <a:cubicBezTo>
                  <a:pt x="152321" y="1113850"/>
                  <a:pt x="128121" y="1118007"/>
                  <a:pt x="143630" y="1087778"/>
                </a:cubicBezTo>
                <a:cubicBezTo>
                  <a:pt x="139451" y="1064261"/>
                  <a:pt x="125971" y="1018012"/>
                  <a:pt x="125476" y="1001580"/>
                </a:cubicBezTo>
                <a:cubicBezTo>
                  <a:pt x="123958" y="976962"/>
                  <a:pt x="134851" y="962709"/>
                  <a:pt x="134526" y="940069"/>
                </a:cubicBezTo>
                <a:cubicBezTo>
                  <a:pt x="142751" y="909988"/>
                  <a:pt x="129284" y="905409"/>
                  <a:pt x="123523" y="865739"/>
                </a:cubicBezTo>
                <a:cubicBezTo>
                  <a:pt x="131549" y="848234"/>
                  <a:pt x="128173" y="835030"/>
                  <a:pt x="121164" y="822450"/>
                </a:cubicBezTo>
                <a:cubicBezTo>
                  <a:pt x="124077" y="783082"/>
                  <a:pt x="113811" y="748321"/>
                  <a:pt x="110389" y="704665"/>
                </a:cubicBezTo>
                <a:cubicBezTo>
                  <a:pt x="120144" y="656264"/>
                  <a:pt x="99869" y="633697"/>
                  <a:pt x="96299" y="587032"/>
                </a:cubicBezTo>
                <a:cubicBezTo>
                  <a:pt x="87861" y="539988"/>
                  <a:pt x="66571" y="452493"/>
                  <a:pt x="59759" y="422399"/>
                </a:cubicBezTo>
                <a:cubicBezTo>
                  <a:pt x="62865" y="416491"/>
                  <a:pt x="59682" y="404768"/>
                  <a:pt x="55429" y="406467"/>
                </a:cubicBezTo>
                <a:cubicBezTo>
                  <a:pt x="56742" y="400038"/>
                  <a:pt x="64884" y="384166"/>
                  <a:pt x="58062" y="383409"/>
                </a:cubicBezTo>
                <a:cubicBezTo>
                  <a:pt x="57210" y="351894"/>
                  <a:pt x="61145" y="320031"/>
                  <a:pt x="69487" y="290892"/>
                </a:cubicBezTo>
                <a:cubicBezTo>
                  <a:pt x="57686" y="231306"/>
                  <a:pt x="89539" y="260845"/>
                  <a:pt x="86198" y="217175"/>
                </a:cubicBezTo>
                <a:cubicBezTo>
                  <a:pt x="72715" y="183379"/>
                  <a:pt x="83646" y="168958"/>
                  <a:pt x="74643" y="129155"/>
                </a:cubicBezTo>
                <a:cubicBezTo>
                  <a:pt x="96697" y="112411"/>
                  <a:pt x="72236" y="90977"/>
                  <a:pt x="78417" y="74202"/>
                </a:cubicBezTo>
                <a:cubicBezTo>
                  <a:pt x="59029" y="57686"/>
                  <a:pt x="81827" y="29115"/>
                  <a:pt x="94183" y="4683"/>
                </a:cubicBezTo>
                <a:close/>
              </a:path>
            </a:pathLst>
          </a:custGeom>
        </p:spPr>
      </p:pic>
      <p:pic>
        <p:nvPicPr>
          <p:cNvPr id="6" name="Picture 2" descr="11,600+ Research Question Stock Illustrations, Royalty-Free Vector Graphics  &amp; Clip Art - iStock | Question mark, Questionnaire, Quantity">
            <a:extLst>
              <a:ext uri="{FF2B5EF4-FFF2-40B4-BE49-F238E27FC236}">
                <a16:creationId xmlns:a16="http://schemas.microsoft.com/office/drawing/2014/main" id="{21D76FF3-B2A9-CB74-19DE-AD364531B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32" r="1313" b="-4"/>
          <a:stretch>
            <a:fillRect/>
          </a:stretch>
        </p:blipFill>
        <p:spPr bwMode="auto">
          <a:xfrm>
            <a:off x="9015585" y="416348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  <a:noFill/>
          <a:ln w="6350">
            <a:noFill/>
            <a:extLst>
              <a:ext uri="{C807C97D-BFC1-408E-A445-0C87EB9F89A2}">
                <ask:lineSketchStyleProps xmlns:ask="http://schemas.microsoft.com/office/drawing/2018/sketchyshapes" sd="1036743928">
                  <a:custGeom>
                    <a:avLst/>
                    <a:gdLst>
                      <a:gd name="connsiteX0" fmla="*/ 519780 w 3519312"/>
                      <a:gd name="connsiteY0" fmla="*/ 0 h 3007909"/>
                      <a:gd name="connsiteX1" fmla="*/ 1114920 w 3519312"/>
                      <a:gd name="connsiteY1" fmla="*/ 0 h 3007909"/>
                      <a:gd name="connsiteX2" fmla="*/ 1685263 w 3519312"/>
                      <a:gd name="connsiteY2" fmla="*/ 0 h 3007909"/>
                      <a:gd name="connsiteX3" fmla="*/ 2305201 w 3519312"/>
                      <a:gd name="connsiteY3" fmla="*/ 0 h 3007909"/>
                      <a:gd name="connsiteX4" fmla="*/ 2999532 w 3519312"/>
                      <a:gd name="connsiteY4" fmla="*/ 0 h 3007909"/>
                      <a:gd name="connsiteX5" fmla="*/ 3003921 w 3519312"/>
                      <a:gd name="connsiteY5" fmla="*/ 3989 h 3007909"/>
                      <a:gd name="connsiteX6" fmla="*/ 3519312 w 3519312"/>
                      <a:gd name="connsiteY6" fmla="*/ 1248253 h 3007909"/>
                      <a:gd name="connsiteX7" fmla="*/ 1759656 w 3519312"/>
                      <a:gd name="connsiteY7" fmla="*/ 3007909 h 3007909"/>
                      <a:gd name="connsiteX8" fmla="*/ 0 w 3519312"/>
                      <a:gd name="connsiteY8" fmla="*/ 1248253 h 3007909"/>
                      <a:gd name="connsiteX9" fmla="*/ 515392 w 3519312"/>
                      <a:gd name="connsiteY9" fmla="*/ 3989 h 3007909"/>
                      <a:gd name="connsiteX10" fmla="*/ 519780 w 3519312"/>
                      <a:gd name="connsiteY10" fmla="*/ 0 h 30079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519312" h="3007909" extrusionOk="0">
                        <a:moveTo>
                          <a:pt x="519780" y="0"/>
                        </a:moveTo>
                        <a:cubicBezTo>
                          <a:pt x="692802" y="-10801"/>
                          <a:pt x="956919" y="18905"/>
                          <a:pt x="1114920" y="0"/>
                        </a:cubicBezTo>
                        <a:cubicBezTo>
                          <a:pt x="1272921" y="-18905"/>
                          <a:pt x="1564309" y="6985"/>
                          <a:pt x="1685263" y="0"/>
                        </a:cubicBezTo>
                        <a:cubicBezTo>
                          <a:pt x="1806217" y="-6985"/>
                          <a:pt x="2139475" y="16337"/>
                          <a:pt x="2305201" y="0"/>
                        </a:cubicBezTo>
                        <a:cubicBezTo>
                          <a:pt x="2470927" y="-16337"/>
                          <a:pt x="2734134" y="-9289"/>
                          <a:pt x="2999532" y="0"/>
                        </a:cubicBezTo>
                        <a:cubicBezTo>
                          <a:pt x="3001283" y="1486"/>
                          <a:pt x="3002375" y="2790"/>
                          <a:pt x="3003921" y="3989"/>
                        </a:cubicBezTo>
                        <a:cubicBezTo>
                          <a:pt x="3335831" y="329203"/>
                          <a:pt x="3528487" y="842081"/>
                          <a:pt x="3519312" y="1248253"/>
                        </a:cubicBezTo>
                        <a:cubicBezTo>
                          <a:pt x="3666627" y="2287099"/>
                          <a:pt x="2716682" y="3066926"/>
                          <a:pt x="1759656" y="3007909"/>
                        </a:cubicBezTo>
                        <a:cubicBezTo>
                          <a:pt x="706494" y="3026875"/>
                          <a:pt x="-1060" y="2006064"/>
                          <a:pt x="0" y="1248253"/>
                        </a:cubicBezTo>
                        <a:cubicBezTo>
                          <a:pt x="60539" y="722190"/>
                          <a:pt x="176049" y="313798"/>
                          <a:pt x="515392" y="3989"/>
                        </a:cubicBezTo>
                        <a:cubicBezTo>
                          <a:pt x="516440" y="3294"/>
                          <a:pt x="518624" y="1152"/>
                          <a:pt x="51978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9833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8E3A59-3D98-F186-5961-1ED118F07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A2E25-7A4A-A69F-5DA3-91AFAF235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0366" y="430306"/>
            <a:ext cx="4267200" cy="1351472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600" b="1" kern="1200" dirty="0">
                <a:solidFill>
                  <a:schemeClr val="bg1"/>
                </a:solidFill>
                <a:latin typeface="Montserrat" panose="00000500000000000000" pitchFamily="2" charset="0"/>
              </a:rPr>
              <a:t>Learners and Target Outcomes</a:t>
            </a:r>
          </a:p>
        </p:txBody>
      </p:sp>
      <p:pic>
        <p:nvPicPr>
          <p:cNvPr id="5" name="Content Placeholder 4" descr="A network of dots and circles&#10;&#10;AI-generated content may be incorrect.">
            <a:extLst>
              <a:ext uri="{FF2B5EF4-FFF2-40B4-BE49-F238E27FC236}">
                <a16:creationId xmlns:a16="http://schemas.microsoft.com/office/drawing/2014/main" id="{26986671-E72B-1CA7-08AA-E46895C5723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52" r="24966" b="-1"/>
          <a:stretch>
            <a:fillRect/>
          </a:stretch>
        </p:blipFill>
        <p:spPr>
          <a:xfrm>
            <a:off x="3" y="1"/>
            <a:ext cx="3695699" cy="6858001"/>
          </a:xfrm>
          <a:custGeom>
            <a:avLst/>
            <a:gdLst/>
            <a:ahLst/>
            <a:cxnLst/>
            <a:rect l="l" t="t" r="r" b="b"/>
            <a:pathLst>
              <a:path w="3695699" h="6858001">
                <a:moveTo>
                  <a:pt x="0" y="0"/>
                </a:moveTo>
                <a:lnTo>
                  <a:pt x="3435129" y="0"/>
                </a:lnTo>
                <a:lnTo>
                  <a:pt x="3430599" y="17349"/>
                </a:lnTo>
                <a:cubicBezTo>
                  <a:pt x="3437542" y="19835"/>
                  <a:pt x="3423757" y="30822"/>
                  <a:pt x="3427683" y="38871"/>
                </a:cubicBezTo>
                <a:cubicBezTo>
                  <a:pt x="3431230" y="44698"/>
                  <a:pt x="3427877" y="49388"/>
                  <a:pt x="3427096" y="55116"/>
                </a:cubicBezTo>
                <a:cubicBezTo>
                  <a:pt x="3429620" y="62945"/>
                  <a:pt x="3421946" y="87211"/>
                  <a:pt x="3417356" y="93331"/>
                </a:cubicBezTo>
                <a:cubicBezTo>
                  <a:pt x="3401974" y="107607"/>
                  <a:pt x="3409629" y="143436"/>
                  <a:pt x="3397765" y="155370"/>
                </a:cubicBezTo>
                <a:cubicBezTo>
                  <a:pt x="3395800" y="159886"/>
                  <a:pt x="3394789" y="164378"/>
                  <a:pt x="3394373" y="168831"/>
                </a:cubicBezTo>
                <a:lnTo>
                  <a:pt x="3394553" y="181402"/>
                </a:lnTo>
                <a:lnTo>
                  <a:pt x="3397293" y="185192"/>
                </a:lnTo>
                <a:lnTo>
                  <a:pt x="3395923" y="192756"/>
                </a:lnTo>
                <a:cubicBezTo>
                  <a:pt x="3396018" y="193497"/>
                  <a:pt x="3396112" y="194237"/>
                  <a:pt x="3396207" y="194978"/>
                </a:cubicBezTo>
                <a:cubicBezTo>
                  <a:pt x="3396531" y="199154"/>
                  <a:pt x="3396856" y="203330"/>
                  <a:pt x="3397180" y="207506"/>
                </a:cubicBezTo>
                <a:cubicBezTo>
                  <a:pt x="3382438" y="200939"/>
                  <a:pt x="3394549" y="241317"/>
                  <a:pt x="3383191" y="229051"/>
                </a:cubicBezTo>
                <a:cubicBezTo>
                  <a:pt x="3382519" y="234401"/>
                  <a:pt x="3381383" y="237332"/>
                  <a:pt x="3380194" y="239137"/>
                </a:cubicBezTo>
                <a:lnTo>
                  <a:pt x="3349267" y="310262"/>
                </a:lnTo>
                <a:lnTo>
                  <a:pt x="3344455" y="381704"/>
                </a:lnTo>
                <a:cubicBezTo>
                  <a:pt x="3343420" y="464598"/>
                  <a:pt x="3338482" y="511985"/>
                  <a:pt x="3327551" y="571873"/>
                </a:cubicBezTo>
                <a:cubicBezTo>
                  <a:pt x="3316620" y="631761"/>
                  <a:pt x="3309762" y="702429"/>
                  <a:pt x="3278869" y="741030"/>
                </a:cubicBezTo>
                <a:lnTo>
                  <a:pt x="3239259" y="957888"/>
                </a:lnTo>
                <a:cubicBezTo>
                  <a:pt x="3267597" y="1021376"/>
                  <a:pt x="3235647" y="1004478"/>
                  <a:pt x="3243890" y="1047869"/>
                </a:cubicBezTo>
                <a:cubicBezTo>
                  <a:pt x="3245988" y="1077107"/>
                  <a:pt x="3228006" y="1101189"/>
                  <a:pt x="3221700" y="1118244"/>
                </a:cubicBezTo>
                <a:cubicBezTo>
                  <a:pt x="3220198" y="1120922"/>
                  <a:pt x="3213346" y="1188569"/>
                  <a:pt x="3211078" y="1190394"/>
                </a:cubicBezTo>
                <a:cubicBezTo>
                  <a:pt x="3204899" y="1218939"/>
                  <a:pt x="3210276" y="1253036"/>
                  <a:pt x="3199704" y="1304585"/>
                </a:cubicBezTo>
                <a:cubicBezTo>
                  <a:pt x="3199438" y="1346246"/>
                  <a:pt x="3168623" y="1413431"/>
                  <a:pt x="3167741" y="1449444"/>
                </a:cubicBezTo>
                <a:cubicBezTo>
                  <a:pt x="3180911" y="1471132"/>
                  <a:pt x="3193362" y="1499173"/>
                  <a:pt x="3194410" y="1520667"/>
                </a:cubicBezTo>
                <a:cubicBezTo>
                  <a:pt x="3181228" y="1513763"/>
                  <a:pt x="3199978" y="1547097"/>
                  <a:pt x="3184473" y="1547038"/>
                </a:cubicBezTo>
                <a:cubicBezTo>
                  <a:pt x="3185153" y="1550949"/>
                  <a:pt x="3186303" y="1554741"/>
                  <a:pt x="3187573" y="1558550"/>
                </a:cubicBezTo>
                <a:lnTo>
                  <a:pt x="3188231" y="1560544"/>
                </a:lnTo>
                <a:lnTo>
                  <a:pt x="3188195" y="1568317"/>
                </a:lnTo>
                <a:lnTo>
                  <a:pt x="3191518" y="1570772"/>
                </a:lnTo>
                <a:lnTo>
                  <a:pt x="3193853" y="1582659"/>
                </a:lnTo>
                <a:cubicBezTo>
                  <a:pt x="3194213" y="1587070"/>
                  <a:pt x="3193997" y="1591769"/>
                  <a:pt x="3192857" y="1596890"/>
                </a:cubicBezTo>
                <a:cubicBezTo>
                  <a:pt x="3185716" y="1609144"/>
                  <a:pt x="3191593" y="1629575"/>
                  <a:pt x="3189686" y="1647479"/>
                </a:cubicBezTo>
                <a:lnTo>
                  <a:pt x="3187125" y="1655568"/>
                </a:lnTo>
                <a:cubicBezTo>
                  <a:pt x="3187259" y="1659315"/>
                  <a:pt x="3192418" y="1733399"/>
                  <a:pt x="3192552" y="1737146"/>
                </a:cubicBezTo>
                <a:cubicBezTo>
                  <a:pt x="3236684" y="1834597"/>
                  <a:pt x="3210475" y="1851660"/>
                  <a:pt x="3219437" y="1908917"/>
                </a:cubicBezTo>
                <a:lnTo>
                  <a:pt x="3220572" y="1915235"/>
                </a:lnTo>
                <a:cubicBezTo>
                  <a:pt x="3225642" y="1919319"/>
                  <a:pt x="3228448" y="1945519"/>
                  <a:pt x="3226946" y="1954447"/>
                </a:cubicBezTo>
                <a:cubicBezTo>
                  <a:pt x="3219553" y="1979351"/>
                  <a:pt x="3239504" y="2001442"/>
                  <a:pt x="3234148" y="2021397"/>
                </a:cubicBezTo>
                <a:cubicBezTo>
                  <a:pt x="3234224" y="2026740"/>
                  <a:pt x="3235084" y="2031233"/>
                  <a:pt x="3236424" y="2035173"/>
                </a:cubicBezTo>
                <a:lnTo>
                  <a:pt x="3241339" y="2045116"/>
                </a:lnTo>
                <a:lnTo>
                  <a:pt x="3233470" y="2098623"/>
                </a:lnTo>
                <a:cubicBezTo>
                  <a:pt x="3230495" y="2129687"/>
                  <a:pt x="3232618" y="2188321"/>
                  <a:pt x="3230016" y="2240964"/>
                </a:cubicBezTo>
                <a:cubicBezTo>
                  <a:pt x="3226602" y="2283982"/>
                  <a:pt x="3232644" y="2342030"/>
                  <a:pt x="3237809" y="2379644"/>
                </a:cubicBezTo>
                <a:cubicBezTo>
                  <a:pt x="3244462" y="2409884"/>
                  <a:pt x="3221747" y="2435219"/>
                  <a:pt x="3237054" y="2459103"/>
                </a:cubicBezTo>
                <a:cubicBezTo>
                  <a:pt x="3245536" y="2488997"/>
                  <a:pt x="3251426" y="2510390"/>
                  <a:pt x="3255285" y="2538679"/>
                </a:cubicBezTo>
                <a:cubicBezTo>
                  <a:pt x="3258296" y="2574322"/>
                  <a:pt x="3245460" y="2589819"/>
                  <a:pt x="3245073" y="2622720"/>
                </a:cubicBezTo>
                <a:lnTo>
                  <a:pt x="3252960" y="2736087"/>
                </a:lnTo>
                <a:cubicBezTo>
                  <a:pt x="3245577" y="2772183"/>
                  <a:pt x="3230063" y="2856752"/>
                  <a:pt x="3218681" y="2902964"/>
                </a:cubicBezTo>
                <a:cubicBezTo>
                  <a:pt x="3212624" y="2927969"/>
                  <a:pt x="3209733" y="2973979"/>
                  <a:pt x="3203641" y="3008786"/>
                </a:cubicBezTo>
                <a:cubicBezTo>
                  <a:pt x="3197547" y="3043595"/>
                  <a:pt x="3186644" y="3093251"/>
                  <a:pt x="3182123" y="3111815"/>
                </a:cubicBezTo>
                <a:lnTo>
                  <a:pt x="3176517" y="3120169"/>
                </a:lnTo>
                <a:lnTo>
                  <a:pt x="3177035" y="3121646"/>
                </a:lnTo>
                <a:cubicBezTo>
                  <a:pt x="3177423" y="3127588"/>
                  <a:pt x="3176129" y="3130763"/>
                  <a:pt x="3174093" y="3132705"/>
                </a:cubicBezTo>
                <a:lnTo>
                  <a:pt x="3171045" y="3134220"/>
                </a:lnTo>
                <a:lnTo>
                  <a:pt x="3168274" y="3141524"/>
                </a:lnTo>
                <a:lnTo>
                  <a:pt x="3160781" y="3155149"/>
                </a:lnTo>
                <a:cubicBezTo>
                  <a:pt x="3160949" y="3156237"/>
                  <a:pt x="3161116" y="3157326"/>
                  <a:pt x="3161284" y="3158414"/>
                </a:cubicBezTo>
                <a:lnTo>
                  <a:pt x="3152950" y="3180080"/>
                </a:lnTo>
                <a:lnTo>
                  <a:pt x="3153739" y="3180719"/>
                </a:lnTo>
                <a:cubicBezTo>
                  <a:pt x="3155321" y="3182647"/>
                  <a:pt x="3156128" y="3184999"/>
                  <a:pt x="3155342" y="3188313"/>
                </a:cubicBezTo>
                <a:cubicBezTo>
                  <a:pt x="3169797" y="3188216"/>
                  <a:pt x="3159934" y="3192271"/>
                  <a:pt x="3156340" y="3202049"/>
                </a:cubicBezTo>
                <a:cubicBezTo>
                  <a:pt x="3177988" y="3204083"/>
                  <a:pt x="3159779" y="3228842"/>
                  <a:pt x="3169832" y="3237938"/>
                </a:cubicBezTo>
                <a:cubicBezTo>
                  <a:pt x="3166705" y="3245075"/>
                  <a:pt x="3163793" y="3252659"/>
                  <a:pt x="3161244" y="3260564"/>
                </a:cubicBezTo>
                <a:lnTo>
                  <a:pt x="3160005" y="3265314"/>
                </a:lnTo>
                <a:cubicBezTo>
                  <a:pt x="3160063" y="3265371"/>
                  <a:pt x="3160124" y="3265428"/>
                  <a:pt x="3160184" y="3265486"/>
                </a:cubicBezTo>
                <a:cubicBezTo>
                  <a:pt x="3160345" y="3266694"/>
                  <a:pt x="3160101" y="3268319"/>
                  <a:pt x="3159279" y="3270659"/>
                </a:cubicBezTo>
                <a:lnTo>
                  <a:pt x="3157747" y="3273971"/>
                </a:lnTo>
                <a:lnTo>
                  <a:pt x="3155343" y="3283185"/>
                </a:lnTo>
                <a:cubicBezTo>
                  <a:pt x="3155517" y="3284422"/>
                  <a:pt x="3155689" y="3285657"/>
                  <a:pt x="3155860" y="3286893"/>
                </a:cubicBezTo>
                <a:lnTo>
                  <a:pt x="3158001" y="3289146"/>
                </a:lnTo>
                <a:lnTo>
                  <a:pt x="3157508" y="3289877"/>
                </a:lnTo>
                <a:cubicBezTo>
                  <a:pt x="3151604" y="3294411"/>
                  <a:pt x="3144966" y="3293561"/>
                  <a:pt x="3159853" y="3309833"/>
                </a:cubicBezTo>
                <a:cubicBezTo>
                  <a:pt x="3149181" y="3321561"/>
                  <a:pt x="3158789" y="3329345"/>
                  <a:pt x="3157392" y="3351579"/>
                </a:cubicBezTo>
                <a:cubicBezTo>
                  <a:pt x="3148710" y="3357083"/>
                  <a:pt x="3149361" y="3365079"/>
                  <a:pt x="3152871" y="3374240"/>
                </a:cubicBezTo>
                <a:cubicBezTo>
                  <a:pt x="3148885" y="3383513"/>
                  <a:pt x="3145239" y="3392740"/>
                  <a:pt x="3142119" y="3402557"/>
                </a:cubicBezTo>
                <a:lnTo>
                  <a:pt x="3138061" y="3419585"/>
                </a:lnTo>
                <a:lnTo>
                  <a:pt x="3139796" y="3424940"/>
                </a:lnTo>
                <a:cubicBezTo>
                  <a:pt x="3142520" y="3434326"/>
                  <a:pt x="3143300" y="3443700"/>
                  <a:pt x="3137669" y="3463264"/>
                </a:cubicBezTo>
                <a:cubicBezTo>
                  <a:pt x="3147380" y="3480689"/>
                  <a:pt x="3167781" y="3490510"/>
                  <a:pt x="3168140" y="3518969"/>
                </a:cubicBezTo>
                <a:cubicBezTo>
                  <a:pt x="3159473" y="3545761"/>
                  <a:pt x="3191152" y="3574399"/>
                  <a:pt x="3179206" y="3607864"/>
                </a:cubicBezTo>
                <a:cubicBezTo>
                  <a:pt x="3176757" y="3619813"/>
                  <a:pt x="3181069" y="3654600"/>
                  <a:pt x="3189125" y="3659839"/>
                </a:cubicBezTo>
                <a:cubicBezTo>
                  <a:pt x="3191518" y="3666815"/>
                  <a:pt x="3189857" y="3675779"/>
                  <a:pt x="3198077" y="3677681"/>
                </a:cubicBezTo>
                <a:cubicBezTo>
                  <a:pt x="3208136" y="3681475"/>
                  <a:pt x="3196345" y="3709561"/>
                  <a:pt x="3207094" y="3703876"/>
                </a:cubicBezTo>
                <a:cubicBezTo>
                  <a:pt x="3199084" y="3723751"/>
                  <a:pt x="3220453" y="3734396"/>
                  <a:pt x="3227016" y="3748633"/>
                </a:cubicBezTo>
                <a:cubicBezTo>
                  <a:pt x="3218663" y="3764666"/>
                  <a:pt x="3240667" y="3778725"/>
                  <a:pt x="3246806" y="3811324"/>
                </a:cubicBezTo>
                <a:cubicBezTo>
                  <a:pt x="3237058" y="3829063"/>
                  <a:pt x="3251097" y="3833247"/>
                  <a:pt x="3239091" y="3865102"/>
                </a:cubicBezTo>
                <a:cubicBezTo>
                  <a:pt x="3240755" y="3865725"/>
                  <a:pt x="3242340" y="3866659"/>
                  <a:pt x="3243800" y="3867874"/>
                </a:cubicBezTo>
                <a:cubicBezTo>
                  <a:pt x="3252276" y="3874935"/>
                  <a:pt x="3254724" y="3889782"/>
                  <a:pt x="3249268" y="3901031"/>
                </a:cubicBezTo>
                <a:cubicBezTo>
                  <a:pt x="3234180" y="3950514"/>
                  <a:pt x="3270886" y="3938724"/>
                  <a:pt x="3271850" y="3976535"/>
                </a:cubicBezTo>
                <a:cubicBezTo>
                  <a:pt x="3275333" y="4018513"/>
                  <a:pt x="3265836" y="4033210"/>
                  <a:pt x="3253128" y="4091308"/>
                </a:cubicBezTo>
                <a:cubicBezTo>
                  <a:pt x="3262530" y="4093945"/>
                  <a:pt x="3263925" y="4100312"/>
                  <a:pt x="3261491" y="4112665"/>
                </a:cubicBezTo>
                <a:cubicBezTo>
                  <a:pt x="3263824" y="4132845"/>
                  <a:pt x="3285122" y="4124005"/>
                  <a:pt x="3275235" y="4148543"/>
                </a:cubicBezTo>
                <a:cubicBezTo>
                  <a:pt x="3282222" y="4163609"/>
                  <a:pt x="3300717" y="4191930"/>
                  <a:pt x="3303406" y="4203059"/>
                </a:cubicBezTo>
                <a:cubicBezTo>
                  <a:pt x="3307769" y="4216879"/>
                  <a:pt x="3289765" y="4198911"/>
                  <a:pt x="3291377" y="4215304"/>
                </a:cubicBezTo>
                <a:cubicBezTo>
                  <a:pt x="3295421" y="4234470"/>
                  <a:pt x="3290844" y="4240556"/>
                  <a:pt x="3303627" y="4247412"/>
                </a:cubicBezTo>
                <a:cubicBezTo>
                  <a:pt x="3300302" y="4270043"/>
                  <a:pt x="3313094" y="4269840"/>
                  <a:pt x="3323715" y="4295574"/>
                </a:cubicBezTo>
                <a:cubicBezTo>
                  <a:pt x="3318854" y="4309546"/>
                  <a:pt x="3323708" y="4317748"/>
                  <a:pt x="3331757" y="4324626"/>
                </a:cubicBezTo>
                <a:cubicBezTo>
                  <a:pt x="3334500" y="4352298"/>
                  <a:pt x="3348521" y="4373553"/>
                  <a:pt x="3357571" y="4402594"/>
                </a:cubicBezTo>
                <a:cubicBezTo>
                  <a:pt x="3395421" y="4440113"/>
                  <a:pt x="3406716" y="4492429"/>
                  <a:pt x="3416883" y="4511276"/>
                </a:cubicBezTo>
                <a:lnTo>
                  <a:pt x="3418568" y="4515669"/>
                </a:lnTo>
                <a:cubicBezTo>
                  <a:pt x="3418685" y="4519956"/>
                  <a:pt x="3418801" y="4524244"/>
                  <a:pt x="3418918" y="4528531"/>
                </a:cubicBezTo>
                <a:cubicBezTo>
                  <a:pt x="3418727" y="4530191"/>
                  <a:pt x="3418537" y="4531850"/>
                  <a:pt x="3418346" y="4533510"/>
                </a:cubicBezTo>
                <a:cubicBezTo>
                  <a:pt x="3418215" y="4536889"/>
                  <a:pt x="3418462" y="4539065"/>
                  <a:pt x="3419005" y="4540494"/>
                </a:cubicBezTo>
                <a:lnTo>
                  <a:pt x="3424268" y="4595886"/>
                </a:lnTo>
                <a:cubicBezTo>
                  <a:pt x="3429156" y="4624362"/>
                  <a:pt x="3443934" y="4682306"/>
                  <a:pt x="3448330" y="4711348"/>
                </a:cubicBezTo>
                <a:lnTo>
                  <a:pt x="3445621" y="4714874"/>
                </a:lnTo>
                <a:cubicBezTo>
                  <a:pt x="3444103" y="4718397"/>
                  <a:pt x="3443735" y="4723077"/>
                  <a:pt x="3445980" y="4730345"/>
                </a:cubicBezTo>
                <a:lnTo>
                  <a:pt x="3446976" y="4731926"/>
                </a:lnTo>
                <a:lnTo>
                  <a:pt x="3443720" y="4745408"/>
                </a:lnTo>
                <a:cubicBezTo>
                  <a:pt x="3444756" y="4771155"/>
                  <a:pt x="3455466" y="4843107"/>
                  <a:pt x="3453194" y="4886406"/>
                </a:cubicBezTo>
                <a:cubicBezTo>
                  <a:pt x="3454856" y="4906631"/>
                  <a:pt x="3481235" y="5008239"/>
                  <a:pt x="3455210" y="5025296"/>
                </a:cubicBezTo>
                <a:cubicBezTo>
                  <a:pt x="3442202" y="5116320"/>
                  <a:pt x="3464654" y="5119078"/>
                  <a:pt x="3462841" y="5211091"/>
                </a:cubicBezTo>
                <a:cubicBezTo>
                  <a:pt x="3469390" y="5269669"/>
                  <a:pt x="3462794" y="5327391"/>
                  <a:pt x="3469385" y="5356669"/>
                </a:cubicBezTo>
                <a:cubicBezTo>
                  <a:pt x="3471479" y="5361935"/>
                  <a:pt x="3474277" y="5366825"/>
                  <a:pt x="3477268" y="5371683"/>
                </a:cubicBezTo>
                <a:lnTo>
                  <a:pt x="3478824" y="5374232"/>
                </a:lnTo>
                <a:lnTo>
                  <a:pt x="3486664" y="5427532"/>
                </a:lnTo>
                <a:lnTo>
                  <a:pt x="3499845" y="5523238"/>
                </a:lnTo>
                <a:cubicBezTo>
                  <a:pt x="3496480" y="5535759"/>
                  <a:pt x="3498126" y="5574631"/>
                  <a:pt x="3505782" y="5582050"/>
                </a:cubicBezTo>
                <a:cubicBezTo>
                  <a:pt x="3507640" y="5590169"/>
                  <a:pt x="3505294" y="5599602"/>
                  <a:pt x="3513368" y="5603412"/>
                </a:cubicBezTo>
                <a:cubicBezTo>
                  <a:pt x="3518549" y="5620896"/>
                  <a:pt x="3530454" y="5660930"/>
                  <a:pt x="3536869" y="5686953"/>
                </a:cubicBezTo>
                <a:cubicBezTo>
                  <a:pt x="3527290" y="5702684"/>
                  <a:pt x="3548216" y="5722678"/>
                  <a:pt x="3551859" y="5759548"/>
                </a:cubicBezTo>
                <a:cubicBezTo>
                  <a:pt x="3540751" y="5776843"/>
                  <a:pt x="3554471" y="5784377"/>
                  <a:pt x="3540024" y="5816599"/>
                </a:cubicBezTo>
                <a:cubicBezTo>
                  <a:pt x="3541640" y="5817630"/>
                  <a:pt x="3543154" y="5818984"/>
                  <a:pt x="3544521" y="5820619"/>
                </a:cubicBezTo>
                <a:cubicBezTo>
                  <a:pt x="3552455" y="5830118"/>
                  <a:pt x="3553767" y="5846834"/>
                  <a:pt x="3547449" y="5857956"/>
                </a:cubicBezTo>
                <a:cubicBezTo>
                  <a:pt x="3528571" y="5908761"/>
                  <a:pt x="3532186" y="5952107"/>
                  <a:pt x="3530253" y="5993572"/>
                </a:cubicBezTo>
                <a:cubicBezTo>
                  <a:pt x="3530522" y="6040113"/>
                  <a:pt x="3553891" y="6005695"/>
                  <a:pt x="3536734" y="6066404"/>
                </a:cubicBezTo>
                <a:cubicBezTo>
                  <a:pt x="3545935" y="6071268"/>
                  <a:pt x="3546842" y="6078512"/>
                  <a:pt x="3543461" y="6091477"/>
                </a:cubicBezTo>
                <a:cubicBezTo>
                  <a:pt x="3549602" y="6107585"/>
                  <a:pt x="3568275" y="6137061"/>
                  <a:pt x="3573577" y="6163051"/>
                </a:cubicBezTo>
                <a:cubicBezTo>
                  <a:pt x="3577046" y="6182032"/>
                  <a:pt x="3572259" y="6223892"/>
                  <a:pt x="3575275" y="6247420"/>
                </a:cubicBezTo>
                <a:cubicBezTo>
                  <a:pt x="3570217" y="6271412"/>
                  <a:pt x="3583023" y="6273898"/>
                  <a:pt x="3591673" y="6304222"/>
                </a:cubicBezTo>
                <a:cubicBezTo>
                  <a:pt x="3585743" y="6318440"/>
                  <a:pt x="3589967" y="6328418"/>
                  <a:pt x="3597489" y="6337624"/>
                </a:cubicBezTo>
                <a:cubicBezTo>
                  <a:pt x="3598113" y="6368401"/>
                  <a:pt x="3610504" y="6394558"/>
                  <a:pt x="3617330" y="6428161"/>
                </a:cubicBezTo>
                <a:cubicBezTo>
                  <a:pt x="3612404" y="6466489"/>
                  <a:pt x="3633001" y="6482393"/>
                  <a:pt x="3640218" y="6518318"/>
                </a:cubicBezTo>
                <a:cubicBezTo>
                  <a:pt x="3625420" y="6557419"/>
                  <a:pt x="3668862" y="6537820"/>
                  <a:pt x="3670788" y="6568733"/>
                </a:cubicBezTo>
                <a:cubicBezTo>
                  <a:pt x="3659124" y="6621466"/>
                  <a:pt x="3685482" y="6565072"/>
                  <a:pt x="3687763" y="6643164"/>
                </a:cubicBezTo>
                <a:cubicBezTo>
                  <a:pt x="3685396" y="6647995"/>
                  <a:pt x="3689317" y="6656838"/>
                  <a:pt x="3693097" y="6655183"/>
                </a:cubicBezTo>
                <a:cubicBezTo>
                  <a:pt x="3693444" y="6672318"/>
                  <a:pt x="3690193" y="6715787"/>
                  <a:pt x="3689847" y="6745974"/>
                </a:cubicBezTo>
                <a:cubicBezTo>
                  <a:pt x="3689583" y="6773144"/>
                  <a:pt x="3690048" y="6817635"/>
                  <a:pt x="3691023" y="6836306"/>
                </a:cubicBezTo>
                <a:lnTo>
                  <a:pt x="3695699" y="6858001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996023-F54C-14C0-375A-9E160C7C09E3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198966" y="2147357"/>
            <a:ext cx="3810000" cy="4101042"/>
          </a:xfrm>
        </p:spPr>
        <p:txBody>
          <a:bodyPr>
            <a:normAutofit fontScale="92500"/>
          </a:bodyPr>
          <a:lstStyle/>
          <a:p>
            <a:pPr marL="0" lvl="1" indent="0">
              <a:buNone/>
            </a:pP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Our primary learners are </a:t>
            </a:r>
            <a:r>
              <a:rPr lang="en-GB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second-year COS214 students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who have seen Factory Method in class but still need guided practice. The app MVP is positioned as a post-lecture companion rather than a replacement for the lecture.</a:t>
            </a:r>
          </a:p>
          <a:p>
            <a:pPr marL="0" lvl="1" indent="0">
              <a:buNone/>
            </a:pPr>
            <a:endParaRPr lang="en-GB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0" lvl="1" indent="0">
              <a:buNone/>
            </a:pP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We assume basic C++ syntax, OO concepts and simple UML class diagram experience, but expect </a:t>
            </a:r>
            <a:r>
              <a:rPr lang="en-GB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variability in UML fluency, pointer/reference confidence and general design-pattern experience. 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Item analytics help surface these gaps without blocking progress.</a:t>
            </a:r>
          </a:p>
          <a:p>
            <a:pPr marL="0" lvl="1" indent="0">
              <a:buNone/>
            </a:pPr>
            <a:endParaRPr lang="en-GB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0" lvl="1" indent="0">
              <a:buNone/>
            </a:pP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By the end of the unit, students should be able to explain when Factory Method is appropriate, read and create its UML structure, implement it correctly in C++, and distinguish it from related patterns such as Abstract Factory.</a:t>
            </a:r>
            <a:endParaRPr lang="en-ZA" sz="1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3" name="Content Placeholder 4" descr="Student seated in classroom at table, reading tablet">
            <a:extLst>
              <a:ext uri="{FF2B5EF4-FFF2-40B4-BE49-F238E27FC236}">
                <a16:creationId xmlns:a16="http://schemas.microsoft.com/office/drawing/2014/main" id="{A0D89AB2-5EA8-E2DF-71C8-B13D969B75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312" r="39536" b="-1"/>
          <a:stretch>
            <a:fillRect/>
          </a:stretch>
        </p:blipFill>
        <p:spPr>
          <a:xfrm>
            <a:off x="8580467" y="10"/>
            <a:ext cx="3611533" cy="6857990"/>
          </a:xfrm>
          <a:custGeom>
            <a:avLst/>
            <a:gdLst/>
            <a:ahLst/>
            <a:cxnLst/>
            <a:rect l="l" t="t" r="r" b="b"/>
            <a:pathLst>
              <a:path w="3810000" h="6858000">
                <a:moveTo>
                  <a:pt x="95627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3132" y="6858000"/>
                </a:lnTo>
                <a:cubicBezTo>
                  <a:pt x="13183" y="6857363"/>
                  <a:pt x="13234" y="6856727"/>
                  <a:pt x="13284" y="6856090"/>
                </a:cubicBezTo>
                <a:lnTo>
                  <a:pt x="31566" y="6805847"/>
                </a:lnTo>
                <a:lnTo>
                  <a:pt x="30463" y="6715381"/>
                </a:lnTo>
                <a:cubicBezTo>
                  <a:pt x="29585" y="6714082"/>
                  <a:pt x="28597" y="6713038"/>
                  <a:pt x="27533" y="6712286"/>
                </a:cubicBezTo>
                <a:lnTo>
                  <a:pt x="31288" y="6698474"/>
                </a:lnTo>
                <a:lnTo>
                  <a:pt x="29901" y="6686264"/>
                </a:lnTo>
                <a:cubicBezTo>
                  <a:pt x="29591" y="6639749"/>
                  <a:pt x="29281" y="6593234"/>
                  <a:pt x="28971" y="6546719"/>
                </a:cubicBezTo>
                <a:cubicBezTo>
                  <a:pt x="23415" y="6502008"/>
                  <a:pt x="3087" y="6462057"/>
                  <a:pt x="310" y="6408337"/>
                </a:cubicBezTo>
                <a:cubicBezTo>
                  <a:pt x="-2468" y="6354617"/>
                  <a:pt x="14431" y="6312397"/>
                  <a:pt x="12307" y="6224401"/>
                </a:cubicBezTo>
                <a:lnTo>
                  <a:pt x="27152" y="6147415"/>
                </a:lnTo>
                <a:lnTo>
                  <a:pt x="39044" y="6093837"/>
                </a:lnTo>
                <a:cubicBezTo>
                  <a:pt x="47718" y="6039281"/>
                  <a:pt x="47985" y="5964495"/>
                  <a:pt x="46816" y="5915901"/>
                </a:cubicBezTo>
                <a:cubicBezTo>
                  <a:pt x="43189" y="5876557"/>
                  <a:pt x="47196" y="5863739"/>
                  <a:pt x="33533" y="5831562"/>
                </a:cubicBezTo>
                <a:cubicBezTo>
                  <a:pt x="27901" y="5792459"/>
                  <a:pt x="47408" y="5747455"/>
                  <a:pt x="46555" y="5710909"/>
                </a:cubicBezTo>
                <a:cubicBezTo>
                  <a:pt x="53188" y="5686865"/>
                  <a:pt x="49116" y="5615845"/>
                  <a:pt x="62461" y="5602222"/>
                </a:cubicBezTo>
                <a:cubicBezTo>
                  <a:pt x="64066" y="5572067"/>
                  <a:pt x="49594" y="5555548"/>
                  <a:pt x="56185" y="5529979"/>
                </a:cubicBezTo>
                <a:lnTo>
                  <a:pt x="67961" y="5458854"/>
                </a:lnTo>
                <a:lnTo>
                  <a:pt x="110939" y="5353584"/>
                </a:lnTo>
                <a:cubicBezTo>
                  <a:pt x="123070" y="5308303"/>
                  <a:pt x="110671" y="5307524"/>
                  <a:pt x="128276" y="5249764"/>
                </a:cubicBezTo>
                <a:cubicBezTo>
                  <a:pt x="137692" y="5218499"/>
                  <a:pt x="146153" y="5160067"/>
                  <a:pt x="156749" y="5116288"/>
                </a:cubicBezTo>
                <a:cubicBezTo>
                  <a:pt x="167347" y="5072508"/>
                  <a:pt x="184838" y="5010298"/>
                  <a:pt x="191855" y="4987089"/>
                </a:cubicBezTo>
                <a:lnTo>
                  <a:pt x="219824" y="4934095"/>
                </a:lnTo>
                <a:cubicBezTo>
                  <a:pt x="223315" y="4926170"/>
                  <a:pt x="231151" y="4920904"/>
                  <a:pt x="231137" y="4903120"/>
                </a:cubicBezTo>
                <a:lnTo>
                  <a:pt x="219738" y="4827391"/>
                </a:lnTo>
                <a:cubicBezTo>
                  <a:pt x="223928" y="4818620"/>
                  <a:pt x="227939" y="4809255"/>
                  <a:pt x="231597" y="4799440"/>
                </a:cubicBezTo>
                <a:lnTo>
                  <a:pt x="233480" y="4793512"/>
                </a:lnTo>
                <a:cubicBezTo>
                  <a:pt x="233423" y="4793432"/>
                  <a:pt x="233367" y="4793351"/>
                  <a:pt x="233310" y="4793271"/>
                </a:cubicBezTo>
                <a:cubicBezTo>
                  <a:pt x="233275" y="4791711"/>
                  <a:pt x="233728" y="4789662"/>
                  <a:pt x="234882" y="4786765"/>
                </a:cubicBezTo>
                <a:lnTo>
                  <a:pt x="236914" y="4782703"/>
                </a:lnTo>
                <a:lnTo>
                  <a:pt x="246329" y="4683644"/>
                </a:lnTo>
                <a:cubicBezTo>
                  <a:pt x="256294" y="4677568"/>
                  <a:pt x="256527" y="4667288"/>
                  <a:pt x="253823" y="4655204"/>
                </a:cubicBezTo>
                <a:cubicBezTo>
                  <a:pt x="259521" y="4631796"/>
                  <a:pt x="280440" y="4574275"/>
                  <a:pt x="280514" y="4543195"/>
                </a:cubicBezTo>
                <a:cubicBezTo>
                  <a:pt x="272112" y="4519880"/>
                  <a:pt x="251340" y="4505102"/>
                  <a:pt x="254268" y="4468722"/>
                </a:cubicBezTo>
                <a:cubicBezTo>
                  <a:pt x="266696" y="4435462"/>
                  <a:pt x="236001" y="4395418"/>
                  <a:pt x="252728" y="4353998"/>
                </a:cubicBezTo>
                <a:cubicBezTo>
                  <a:pt x="256750" y="4339008"/>
                  <a:pt x="256168" y="4294115"/>
                  <a:pt x="248123" y="4286542"/>
                </a:cubicBezTo>
                <a:cubicBezTo>
                  <a:pt x="246365" y="4277371"/>
                  <a:pt x="249194" y="4266107"/>
                  <a:pt x="240584" y="4262777"/>
                </a:cubicBezTo>
                <a:cubicBezTo>
                  <a:pt x="230221" y="4256829"/>
                  <a:pt x="246153" y="4222259"/>
                  <a:pt x="233949" y="4228340"/>
                </a:cubicBezTo>
                <a:cubicBezTo>
                  <a:pt x="244865" y="4203839"/>
                  <a:pt x="223150" y="4187902"/>
                  <a:pt x="217758" y="4169004"/>
                </a:cubicBezTo>
                <a:cubicBezTo>
                  <a:pt x="228596" y="4149446"/>
                  <a:pt x="206597" y="4129080"/>
                  <a:pt x="203797" y="4086781"/>
                </a:cubicBezTo>
                <a:cubicBezTo>
                  <a:pt x="216334" y="4065199"/>
                  <a:pt x="201740" y="4058317"/>
                  <a:pt x="218344" y="4018957"/>
                </a:cubicBezTo>
                <a:cubicBezTo>
                  <a:pt x="216630" y="4017979"/>
                  <a:pt x="215034" y="4016614"/>
                  <a:pt x="213609" y="4014902"/>
                </a:cubicBezTo>
                <a:cubicBezTo>
                  <a:pt x="205325" y="4004955"/>
                  <a:pt x="204424" y="3985729"/>
                  <a:pt x="211594" y="3971964"/>
                </a:cubicBezTo>
                <a:cubicBezTo>
                  <a:pt x="233561" y="3910433"/>
                  <a:pt x="230991" y="3860613"/>
                  <a:pt x="234357" y="3812226"/>
                </a:cubicBezTo>
                <a:cubicBezTo>
                  <a:pt x="235501" y="3758242"/>
                  <a:pt x="209185" y="3801364"/>
                  <a:pt x="229596" y="3728573"/>
                </a:cubicBezTo>
                <a:cubicBezTo>
                  <a:pt x="219804" y="3724174"/>
                  <a:pt x="219047" y="3715890"/>
                  <a:pt x="223099" y="3700384"/>
                </a:cubicBezTo>
                <a:cubicBezTo>
                  <a:pt x="222942" y="3674360"/>
                  <a:pt x="199034" y="3683312"/>
                  <a:pt x="212511" y="3653063"/>
                </a:cubicBezTo>
                <a:cubicBezTo>
                  <a:pt x="207582" y="3623616"/>
                  <a:pt x="199349" y="3555881"/>
                  <a:pt x="193522" y="3523704"/>
                </a:cubicBezTo>
                <a:cubicBezTo>
                  <a:pt x="199728" y="3495169"/>
                  <a:pt x="185963" y="3494025"/>
                  <a:pt x="177551" y="3460001"/>
                </a:cubicBezTo>
                <a:cubicBezTo>
                  <a:pt x="184399" y="3442692"/>
                  <a:pt x="180138" y="3431687"/>
                  <a:pt x="172293" y="3422022"/>
                </a:cubicBezTo>
                <a:cubicBezTo>
                  <a:pt x="172567" y="3386386"/>
                  <a:pt x="159982" y="3357707"/>
                  <a:pt x="153640" y="3319632"/>
                </a:cubicBezTo>
                <a:cubicBezTo>
                  <a:pt x="117352" y="3267571"/>
                  <a:pt x="111308" y="3199530"/>
                  <a:pt x="102580" y="3174350"/>
                </a:cubicBezTo>
                <a:lnTo>
                  <a:pt x="101281" y="3168555"/>
                </a:lnTo>
                <a:cubicBezTo>
                  <a:pt x="101655" y="3163067"/>
                  <a:pt x="102030" y="3157580"/>
                  <a:pt x="102403" y="3152092"/>
                </a:cubicBezTo>
                <a:lnTo>
                  <a:pt x="103597" y="3145797"/>
                </a:lnTo>
                <a:cubicBezTo>
                  <a:pt x="104132" y="3141497"/>
                  <a:pt x="104119" y="3138691"/>
                  <a:pt x="103701" y="3136806"/>
                </a:cubicBezTo>
                <a:lnTo>
                  <a:pt x="108221" y="3088993"/>
                </a:lnTo>
                <a:cubicBezTo>
                  <a:pt x="109464" y="3064872"/>
                  <a:pt x="113188" y="3030250"/>
                  <a:pt x="111158" y="2992081"/>
                </a:cubicBezTo>
                <a:cubicBezTo>
                  <a:pt x="109031" y="2944441"/>
                  <a:pt x="104226" y="2942439"/>
                  <a:pt x="105565" y="2902844"/>
                </a:cubicBezTo>
                <a:cubicBezTo>
                  <a:pt x="107874" y="2897323"/>
                  <a:pt x="101362" y="2801618"/>
                  <a:pt x="105102" y="2797375"/>
                </a:cubicBezTo>
                <a:cubicBezTo>
                  <a:pt x="86174" y="2744941"/>
                  <a:pt x="109804" y="2750735"/>
                  <a:pt x="107241" y="2691357"/>
                </a:cubicBezTo>
                <a:cubicBezTo>
                  <a:pt x="107811" y="2665349"/>
                  <a:pt x="115946" y="2561129"/>
                  <a:pt x="145888" y="2542201"/>
                </a:cubicBezTo>
                <a:cubicBezTo>
                  <a:pt x="170455" y="2427400"/>
                  <a:pt x="123634" y="2367849"/>
                  <a:pt x="136292" y="2250554"/>
                </a:cubicBezTo>
                <a:cubicBezTo>
                  <a:pt x="110877" y="2215639"/>
                  <a:pt x="134601" y="2180816"/>
                  <a:pt x="130310" y="2141581"/>
                </a:cubicBezTo>
                <a:cubicBezTo>
                  <a:pt x="154051" y="2149219"/>
                  <a:pt x="117587" y="2094975"/>
                  <a:pt x="144587" y="2089095"/>
                </a:cubicBezTo>
                <a:cubicBezTo>
                  <a:pt x="142952" y="2082142"/>
                  <a:pt x="140513" y="2075590"/>
                  <a:pt x="137867" y="2069059"/>
                </a:cubicBezTo>
                <a:lnTo>
                  <a:pt x="136492" y="2065634"/>
                </a:lnTo>
                <a:cubicBezTo>
                  <a:pt x="136216" y="2060851"/>
                  <a:pt x="135939" y="2056067"/>
                  <a:pt x="135663" y="2051284"/>
                </a:cubicBezTo>
                <a:lnTo>
                  <a:pt x="124268" y="1960184"/>
                </a:lnTo>
                <a:cubicBezTo>
                  <a:pt x="138968" y="1926370"/>
                  <a:pt x="111716" y="1914873"/>
                  <a:pt x="131257" y="1873060"/>
                </a:cubicBezTo>
                <a:cubicBezTo>
                  <a:pt x="136329" y="1857442"/>
                  <a:pt x="139083" y="1807624"/>
                  <a:pt x="131724" y="1797311"/>
                </a:cubicBezTo>
                <a:cubicBezTo>
                  <a:pt x="130673" y="1786740"/>
                  <a:pt x="134293" y="1774954"/>
                  <a:pt x="126063" y="1769201"/>
                </a:cubicBezTo>
                <a:cubicBezTo>
                  <a:pt x="116300" y="1760126"/>
                  <a:pt x="134551" y="1725705"/>
                  <a:pt x="122085" y="1729500"/>
                </a:cubicBezTo>
                <a:cubicBezTo>
                  <a:pt x="134648" y="1705012"/>
                  <a:pt x="114449" y="1682158"/>
                  <a:pt x="110543" y="1659949"/>
                </a:cubicBezTo>
                <a:cubicBezTo>
                  <a:pt x="122664" y="1640913"/>
                  <a:pt x="102513" y="1613087"/>
                  <a:pt x="102892" y="1565607"/>
                </a:cubicBezTo>
                <a:cubicBezTo>
                  <a:pt x="116835" y="1544742"/>
                  <a:pt x="102976" y="1533616"/>
                  <a:pt x="122245" y="1494057"/>
                </a:cubicBezTo>
                <a:cubicBezTo>
                  <a:pt x="120629" y="1492563"/>
                  <a:pt x="119160" y="1490668"/>
                  <a:pt x="117883" y="1488429"/>
                </a:cubicBezTo>
                <a:cubicBezTo>
                  <a:pt x="110465" y="1475431"/>
                  <a:pt x="111002" y="1453942"/>
                  <a:pt x="119083" y="1440433"/>
                </a:cubicBezTo>
                <a:cubicBezTo>
                  <a:pt x="145274" y="1377630"/>
                  <a:pt x="146438" y="1321884"/>
                  <a:pt x="153340" y="1269148"/>
                </a:cubicBezTo>
                <a:cubicBezTo>
                  <a:pt x="158467" y="1209690"/>
                  <a:pt x="129360" y="1251077"/>
                  <a:pt x="154855" y="1175439"/>
                </a:cubicBezTo>
                <a:cubicBezTo>
                  <a:pt x="145538" y="1168218"/>
                  <a:pt x="145408" y="1158868"/>
                  <a:pt x="150548" y="1142685"/>
                </a:cubicBezTo>
                <a:cubicBezTo>
                  <a:pt x="152321" y="1113850"/>
                  <a:pt x="128121" y="1118007"/>
                  <a:pt x="143630" y="1087778"/>
                </a:cubicBezTo>
                <a:cubicBezTo>
                  <a:pt x="139451" y="1064261"/>
                  <a:pt x="125971" y="1018012"/>
                  <a:pt x="125476" y="1001580"/>
                </a:cubicBezTo>
                <a:cubicBezTo>
                  <a:pt x="123958" y="976962"/>
                  <a:pt x="134851" y="962709"/>
                  <a:pt x="134526" y="940069"/>
                </a:cubicBezTo>
                <a:cubicBezTo>
                  <a:pt x="142751" y="909988"/>
                  <a:pt x="129284" y="905409"/>
                  <a:pt x="123523" y="865739"/>
                </a:cubicBezTo>
                <a:cubicBezTo>
                  <a:pt x="131549" y="848234"/>
                  <a:pt x="128173" y="835030"/>
                  <a:pt x="121164" y="822450"/>
                </a:cubicBezTo>
                <a:cubicBezTo>
                  <a:pt x="124077" y="783082"/>
                  <a:pt x="113811" y="748321"/>
                  <a:pt x="110389" y="704665"/>
                </a:cubicBezTo>
                <a:cubicBezTo>
                  <a:pt x="120144" y="656264"/>
                  <a:pt x="99869" y="633697"/>
                  <a:pt x="96299" y="587032"/>
                </a:cubicBezTo>
                <a:cubicBezTo>
                  <a:pt x="87861" y="539988"/>
                  <a:pt x="66571" y="452493"/>
                  <a:pt x="59759" y="422399"/>
                </a:cubicBezTo>
                <a:cubicBezTo>
                  <a:pt x="62865" y="416491"/>
                  <a:pt x="59682" y="404768"/>
                  <a:pt x="55429" y="406467"/>
                </a:cubicBezTo>
                <a:cubicBezTo>
                  <a:pt x="56742" y="400038"/>
                  <a:pt x="64884" y="384166"/>
                  <a:pt x="58062" y="383409"/>
                </a:cubicBezTo>
                <a:cubicBezTo>
                  <a:pt x="57210" y="351894"/>
                  <a:pt x="61145" y="320031"/>
                  <a:pt x="69487" y="290892"/>
                </a:cubicBezTo>
                <a:cubicBezTo>
                  <a:pt x="57686" y="231306"/>
                  <a:pt x="89539" y="260845"/>
                  <a:pt x="86198" y="217175"/>
                </a:cubicBezTo>
                <a:cubicBezTo>
                  <a:pt x="72715" y="183379"/>
                  <a:pt x="83646" y="168958"/>
                  <a:pt x="74643" y="129155"/>
                </a:cubicBezTo>
                <a:cubicBezTo>
                  <a:pt x="96697" y="112411"/>
                  <a:pt x="72236" y="90977"/>
                  <a:pt x="78417" y="74202"/>
                </a:cubicBezTo>
                <a:cubicBezTo>
                  <a:pt x="59029" y="57686"/>
                  <a:pt x="81827" y="29115"/>
                  <a:pt x="94183" y="4683"/>
                </a:cubicBezTo>
                <a:close/>
              </a:path>
            </a:pathLst>
          </a:custGeom>
        </p:spPr>
      </p:pic>
      <p:pic>
        <p:nvPicPr>
          <p:cNvPr id="6" name="Picture 2" descr="11,600+ Research Question Stock Illustrations, Royalty-Free Vector Graphics  &amp; Clip Art - iStock | Question mark, Questionnaire, Quantity">
            <a:extLst>
              <a:ext uri="{FF2B5EF4-FFF2-40B4-BE49-F238E27FC236}">
                <a16:creationId xmlns:a16="http://schemas.microsoft.com/office/drawing/2014/main" id="{8D5CC8C8-58AE-AD08-5A91-C577B7398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32" r="1313" b="-4"/>
          <a:stretch>
            <a:fillRect/>
          </a:stretch>
        </p:blipFill>
        <p:spPr bwMode="auto">
          <a:xfrm>
            <a:off x="9015585" y="416348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  <a:noFill/>
          <a:ln w="6350">
            <a:noFill/>
            <a:extLst>
              <a:ext uri="{C807C97D-BFC1-408E-A445-0C87EB9F89A2}">
                <ask:lineSketchStyleProps xmlns:ask="http://schemas.microsoft.com/office/drawing/2018/sketchyshapes" sd="1036743928">
                  <a:custGeom>
                    <a:avLst/>
                    <a:gdLst>
                      <a:gd name="connsiteX0" fmla="*/ 519780 w 3519312"/>
                      <a:gd name="connsiteY0" fmla="*/ 0 h 3007909"/>
                      <a:gd name="connsiteX1" fmla="*/ 1114920 w 3519312"/>
                      <a:gd name="connsiteY1" fmla="*/ 0 h 3007909"/>
                      <a:gd name="connsiteX2" fmla="*/ 1685263 w 3519312"/>
                      <a:gd name="connsiteY2" fmla="*/ 0 h 3007909"/>
                      <a:gd name="connsiteX3" fmla="*/ 2305201 w 3519312"/>
                      <a:gd name="connsiteY3" fmla="*/ 0 h 3007909"/>
                      <a:gd name="connsiteX4" fmla="*/ 2999532 w 3519312"/>
                      <a:gd name="connsiteY4" fmla="*/ 0 h 3007909"/>
                      <a:gd name="connsiteX5" fmla="*/ 3003921 w 3519312"/>
                      <a:gd name="connsiteY5" fmla="*/ 3989 h 3007909"/>
                      <a:gd name="connsiteX6" fmla="*/ 3519312 w 3519312"/>
                      <a:gd name="connsiteY6" fmla="*/ 1248253 h 3007909"/>
                      <a:gd name="connsiteX7" fmla="*/ 1759656 w 3519312"/>
                      <a:gd name="connsiteY7" fmla="*/ 3007909 h 3007909"/>
                      <a:gd name="connsiteX8" fmla="*/ 0 w 3519312"/>
                      <a:gd name="connsiteY8" fmla="*/ 1248253 h 3007909"/>
                      <a:gd name="connsiteX9" fmla="*/ 515392 w 3519312"/>
                      <a:gd name="connsiteY9" fmla="*/ 3989 h 3007909"/>
                      <a:gd name="connsiteX10" fmla="*/ 519780 w 3519312"/>
                      <a:gd name="connsiteY10" fmla="*/ 0 h 30079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519312" h="3007909" extrusionOk="0">
                        <a:moveTo>
                          <a:pt x="519780" y="0"/>
                        </a:moveTo>
                        <a:cubicBezTo>
                          <a:pt x="692802" y="-10801"/>
                          <a:pt x="956919" y="18905"/>
                          <a:pt x="1114920" y="0"/>
                        </a:cubicBezTo>
                        <a:cubicBezTo>
                          <a:pt x="1272921" y="-18905"/>
                          <a:pt x="1564309" y="6985"/>
                          <a:pt x="1685263" y="0"/>
                        </a:cubicBezTo>
                        <a:cubicBezTo>
                          <a:pt x="1806217" y="-6985"/>
                          <a:pt x="2139475" y="16337"/>
                          <a:pt x="2305201" y="0"/>
                        </a:cubicBezTo>
                        <a:cubicBezTo>
                          <a:pt x="2470927" y="-16337"/>
                          <a:pt x="2734134" y="-9289"/>
                          <a:pt x="2999532" y="0"/>
                        </a:cubicBezTo>
                        <a:cubicBezTo>
                          <a:pt x="3001283" y="1486"/>
                          <a:pt x="3002375" y="2790"/>
                          <a:pt x="3003921" y="3989"/>
                        </a:cubicBezTo>
                        <a:cubicBezTo>
                          <a:pt x="3335831" y="329203"/>
                          <a:pt x="3528487" y="842081"/>
                          <a:pt x="3519312" y="1248253"/>
                        </a:cubicBezTo>
                        <a:cubicBezTo>
                          <a:pt x="3666627" y="2287099"/>
                          <a:pt x="2716682" y="3066926"/>
                          <a:pt x="1759656" y="3007909"/>
                        </a:cubicBezTo>
                        <a:cubicBezTo>
                          <a:pt x="706494" y="3026875"/>
                          <a:pt x="-1060" y="2006064"/>
                          <a:pt x="0" y="1248253"/>
                        </a:cubicBezTo>
                        <a:cubicBezTo>
                          <a:pt x="60539" y="722190"/>
                          <a:pt x="176049" y="313798"/>
                          <a:pt x="515392" y="3989"/>
                        </a:cubicBezTo>
                        <a:cubicBezTo>
                          <a:pt x="516440" y="3294"/>
                          <a:pt x="518624" y="1152"/>
                          <a:pt x="51978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0737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0" name="Rectangle 2059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4B02B4-10C4-D23A-A615-3C467E809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790" y="500061"/>
            <a:ext cx="5120561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Factory Method: Major Learning Outcomes</a:t>
            </a:r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:</a:t>
            </a:r>
            <a:endParaRPr lang="en-US" sz="3200" b="1" kern="1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FD98B8-6C0E-9C25-CEA6-A9615EC1241D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304800" y="1882755"/>
            <a:ext cx="5316184" cy="4130271"/>
          </a:xfrm>
        </p:spPr>
        <p:txBody>
          <a:bodyPr>
            <a:normAutofit lnSpcReduction="10000"/>
          </a:bodyPr>
          <a:lstStyle/>
          <a:p>
            <a:pPr marL="342900" indent="-342900">
              <a:spcBef>
                <a:spcPts val="2500"/>
              </a:spcBef>
              <a:buFont typeface="+mj-lt"/>
              <a:buAutoNum type="arabicPeriod"/>
            </a:pP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Know and understand the key aspects and intent of the Factory Method pattern, including its classification as a creational pattern, its canonical structure, and the programming problem it solves.</a:t>
            </a:r>
          </a:p>
          <a:p>
            <a:pPr marL="342900" indent="-342900">
              <a:spcBef>
                <a:spcPts val="2500"/>
              </a:spcBef>
              <a:buFont typeface="+mj-lt"/>
              <a:buAutoNum type="arabicPeriod"/>
            </a:pP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Analyse and apply Factory Method UML class diagrams from given code or contexts: produce, scan and label FM diagrams, and distinguish FM from similar patterns in UML.</a:t>
            </a:r>
          </a:p>
          <a:p>
            <a:pPr marL="342900" indent="-342900">
              <a:spcBef>
                <a:spcPts val="2500"/>
              </a:spcBef>
              <a:buFont typeface="+mj-lt"/>
              <a:buAutoNum type="arabicPeriod"/>
            </a:pP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Understand, analyse and apply the Factory Method pattern in C++ coding contexts: implement FM, trace which factory override executes, refactor naive clients to FM, and extend existing FM implementations safely.</a:t>
            </a:r>
          </a:p>
          <a:p>
            <a:pPr marL="342900" indent="-342900">
              <a:spcBef>
                <a:spcPts val="2500"/>
              </a:spcBef>
              <a:buFont typeface="+mj-lt"/>
              <a:buAutoNum type="arabicPeriod"/>
            </a:pP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Explain how Factory Method interacts with other design patterns and combine FM with related patterns (for example Abstract Factory or Memento) to solve design problems.</a:t>
            </a:r>
            <a:endParaRPr lang="en-ZA" sz="1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2061" name="Oval 2060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5A2492-1BC8-45F5-8A39-EB285698605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7" r="1817"/>
          <a:stretch/>
        </p:blipFill>
        <p:spPr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  <a:ln w="3175">
            <a:solidFill>
              <a:schemeClr val="bg1"/>
            </a:solidFill>
          </a:ln>
        </p:spPr>
      </p:pic>
      <p:sp>
        <p:nvSpPr>
          <p:cNvPr id="2059" name="Arc 2058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 descr="11,600+ Research Question Stock Illustrations, Royalty-Free Vector Graphics  &amp; Clip Art - iStock | Question mark, Questionnaire, Quantity">
            <a:extLst>
              <a:ext uri="{FF2B5EF4-FFF2-40B4-BE49-F238E27FC236}">
                <a16:creationId xmlns:a16="http://schemas.microsoft.com/office/drawing/2014/main" id="{9F12A162-28E8-DD05-873C-161140BC3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32" r="1313" b="-4"/>
          <a:stretch>
            <a:fillRect/>
          </a:stretch>
        </p:blipFill>
        <p:spPr bwMode="auto">
          <a:xfrm>
            <a:off x="62616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  <a:noFill/>
          <a:ln w="635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036743928">
                  <a:custGeom>
                    <a:avLst/>
                    <a:gdLst>
                      <a:gd name="connsiteX0" fmla="*/ 519780 w 3519312"/>
                      <a:gd name="connsiteY0" fmla="*/ 0 h 3007909"/>
                      <a:gd name="connsiteX1" fmla="*/ 1114920 w 3519312"/>
                      <a:gd name="connsiteY1" fmla="*/ 0 h 3007909"/>
                      <a:gd name="connsiteX2" fmla="*/ 1685263 w 3519312"/>
                      <a:gd name="connsiteY2" fmla="*/ 0 h 3007909"/>
                      <a:gd name="connsiteX3" fmla="*/ 2305201 w 3519312"/>
                      <a:gd name="connsiteY3" fmla="*/ 0 h 3007909"/>
                      <a:gd name="connsiteX4" fmla="*/ 2999532 w 3519312"/>
                      <a:gd name="connsiteY4" fmla="*/ 0 h 3007909"/>
                      <a:gd name="connsiteX5" fmla="*/ 3003921 w 3519312"/>
                      <a:gd name="connsiteY5" fmla="*/ 3989 h 3007909"/>
                      <a:gd name="connsiteX6" fmla="*/ 3519312 w 3519312"/>
                      <a:gd name="connsiteY6" fmla="*/ 1248253 h 3007909"/>
                      <a:gd name="connsiteX7" fmla="*/ 1759656 w 3519312"/>
                      <a:gd name="connsiteY7" fmla="*/ 3007909 h 3007909"/>
                      <a:gd name="connsiteX8" fmla="*/ 0 w 3519312"/>
                      <a:gd name="connsiteY8" fmla="*/ 1248253 h 3007909"/>
                      <a:gd name="connsiteX9" fmla="*/ 515392 w 3519312"/>
                      <a:gd name="connsiteY9" fmla="*/ 3989 h 3007909"/>
                      <a:gd name="connsiteX10" fmla="*/ 519780 w 3519312"/>
                      <a:gd name="connsiteY10" fmla="*/ 0 h 30079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519312" h="3007909" extrusionOk="0">
                        <a:moveTo>
                          <a:pt x="519780" y="0"/>
                        </a:moveTo>
                        <a:cubicBezTo>
                          <a:pt x="692802" y="-10801"/>
                          <a:pt x="956919" y="18905"/>
                          <a:pt x="1114920" y="0"/>
                        </a:cubicBezTo>
                        <a:cubicBezTo>
                          <a:pt x="1272921" y="-18905"/>
                          <a:pt x="1564309" y="6985"/>
                          <a:pt x="1685263" y="0"/>
                        </a:cubicBezTo>
                        <a:cubicBezTo>
                          <a:pt x="1806217" y="-6985"/>
                          <a:pt x="2139475" y="16337"/>
                          <a:pt x="2305201" y="0"/>
                        </a:cubicBezTo>
                        <a:cubicBezTo>
                          <a:pt x="2470927" y="-16337"/>
                          <a:pt x="2734134" y="-9289"/>
                          <a:pt x="2999532" y="0"/>
                        </a:cubicBezTo>
                        <a:cubicBezTo>
                          <a:pt x="3001283" y="1486"/>
                          <a:pt x="3002375" y="2790"/>
                          <a:pt x="3003921" y="3989"/>
                        </a:cubicBezTo>
                        <a:cubicBezTo>
                          <a:pt x="3335831" y="329203"/>
                          <a:pt x="3528487" y="842081"/>
                          <a:pt x="3519312" y="1248253"/>
                        </a:cubicBezTo>
                        <a:cubicBezTo>
                          <a:pt x="3666627" y="2287099"/>
                          <a:pt x="2716682" y="3066926"/>
                          <a:pt x="1759656" y="3007909"/>
                        </a:cubicBezTo>
                        <a:cubicBezTo>
                          <a:pt x="706494" y="3026875"/>
                          <a:pt x="-1060" y="2006064"/>
                          <a:pt x="0" y="1248253"/>
                        </a:cubicBezTo>
                        <a:cubicBezTo>
                          <a:pt x="60539" y="722190"/>
                          <a:pt x="176049" y="313798"/>
                          <a:pt x="515392" y="3989"/>
                        </a:cubicBezTo>
                        <a:cubicBezTo>
                          <a:pt x="516440" y="3294"/>
                          <a:pt x="518624" y="1152"/>
                          <a:pt x="51978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Content Placeholder 4" descr="Student seated in classroom at table, reading tablet">
            <a:extLst>
              <a:ext uri="{FF2B5EF4-FFF2-40B4-BE49-F238E27FC236}">
                <a16:creationId xmlns:a16="http://schemas.microsoft.com/office/drawing/2014/main" id="{27134D79-CD2D-F199-424F-5280BB2368E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0"/>
          </a:blip>
          <a:srcRect l="25312" r="39536" b="-1"/>
          <a:stretch>
            <a:fillRect/>
          </a:stretch>
        </p:blipFill>
        <p:spPr>
          <a:xfrm>
            <a:off x="6834459" y="1768998"/>
            <a:ext cx="1066800" cy="2025761"/>
          </a:xfrm>
          <a:custGeom>
            <a:avLst/>
            <a:gdLst/>
            <a:ahLst/>
            <a:cxnLst/>
            <a:rect l="l" t="t" r="r" b="b"/>
            <a:pathLst>
              <a:path w="3810000" h="6858000">
                <a:moveTo>
                  <a:pt x="95627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3132" y="6858000"/>
                </a:lnTo>
                <a:cubicBezTo>
                  <a:pt x="13183" y="6857363"/>
                  <a:pt x="13234" y="6856727"/>
                  <a:pt x="13284" y="6856090"/>
                </a:cubicBezTo>
                <a:lnTo>
                  <a:pt x="31566" y="6805847"/>
                </a:lnTo>
                <a:lnTo>
                  <a:pt x="30463" y="6715381"/>
                </a:lnTo>
                <a:cubicBezTo>
                  <a:pt x="29585" y="6714082"/>
                  <a:pt x="28597" y="6713038"/>
                  <a:pt x="27533" y="6712286"/>
                </a:cubicBezTo>
                <a:lnTo>
                  <a:pt x="31288" y="6698474"/>
                </a:lnTo>
                <a:lnTo>
                  <a:pt x="29901" y="6686264"/>
                </a:lnTo>
                <a:cubicBezTo>
                  <a:pt x="29591" y="6639749"/>
                  <a:pt x="29281" y="6593234"/>
                  <a:pt x="28971" y="6546719"/>
                </a:cubicBezTo>
                <a:cubicBezTo>
                  <a:pt x="23415" y="6502008"/>
                  <a:pt x="3087" y="6462057"/>
                  <a:pt x="310" y="6408337"/>
                </a:cubicBezTo>
                <a:cubicBezTo>
                  <a:pt x="-2468" y="6354617"/>
                  <a:pt x="14431" y="6312397"/>
                  <a:pt x="12307" y="6224401"/>
                </a:cubicBezTo>
                <a:lnTo>
                  <a:pt x="27152" y="6147415"/>
                </a:lnTo>
                <a:lnTo>
                  <a:pt x="39044" y="6093837"/>
                </a:lnTo>
                <a:cubicBezTo>
                  <a:pt x="47718" y="6039281"/>
                  <a:pt x="47985" y="5964495"/>
                  <a:pt x="46816" y="5915901"/>
                </a:cubicBezTo>
                <a:cubicBezTo>
                  <a:pt x="43189" y="5876557"/>
                  <a:pt x="47196" y="5863739"/>
                  <a:pt x="33533" y="5831562"/>
                </a:cubicBezTo>
                <a:cubicBezTo>
                  <a:pt x="27901" y="5792459"/>
                  <a:pt x="47408" y="5747455"/>
                  <a:pt x="46555" y="5710909"/>
                </a:cubicBezTo>
                <a:cubicBezTo>
                  <a:pt x="53188" y="5686865"/>
                  <a:pt x="49116" y="5615845"/>
                  <a:pt x="62461" y="5602222"/>
                </a:cubicBezTo>
                <a:cubicBezTo>
                  <a:pt x="64066" y="5572067"/>
                  <a:pt x="49594" y="5555548"/>
                  <a:pt x="56185" y="5529979"/>
                </a:cubicBezTo>
                <a:lnTo>
                  <a:pt x="67961" y="5458854"/>
                </a:lnTo>
                <a:lnTo>
                  <a:pt x="110939" y="5353584"/>
                </a:lnTo>
                <a:cubicBezTo>
                  <a:pt x="123070" y="5308303"/>
                  <a:pt x="110671" y="5307524"/>
                  <a:pt x="128276" y="5249764"/>
                </a:cubicBezTo>
                <a:cubicBezTo>
                  <a:pt x="137692" y="5218499"/>
                  <a:pt x="146153" y="5160067"/>
                  <a:pt x="156749" y="5116288"/>
                </a:cubicBezTo>
                <a:cubicBezTo>
                  <a:pt x="167347" y="5072508"/>
                  <a:pt x="184838" y="5010298"/>
                  <a:pt x="191855" y="4987089"/>
                </a:cubicBezTo>
                <a:lnTo>
                  <a:pt x="219824" y="4934095"/>
                </a:lnTo>
                <a:cubicBezTo>
                  <a:pt x="223315" y="4926170"/>
                  <a:pt x="231151" y="4920904"/>
                  <a:pt x="231137" y="4903120"/>
                </a:cubicBezTo>
                <a:lnTo>
                  <a:pt x="219738" y="4827391"/>
                </a:lnTo>
                <a:cubicBezTo>
                  <a:pt x="223928" y="4818620"/>
                  <a:pt x="227939" y="4809255"/>
                  <a:pt x="231597" y="4799440"/>
                </a:cubicBezTo>
                <a:lnTo>
                  <a:pt x="233480" y="4793512"/>
                </a:lnTo>
                <a:cubicBezTo>
                  <a:pt x="233423" y="4793432"/>
                  <a:pt x="233367" y="4793351"/>
                  <a:pt x="233310" y="4793271"/>
                </a:cubicBezTo>
                <a:cubicBezTo>
                  <a:pt x="233275" y="4791711"/>
                  <a:pt x="233728" y="4789662"/>
                  <a:pt x="234882" y="4786765"/>
                </a:cubicBezTo>
                <a:lnTo>
                  <a:pt x="236914" y="4782703"/>
                </a:lnTo>
                <a:lnTo>
                  <a:pt x="246329" y="4683644"/>
                </a:lnTo>
                <a:cubicBezTo>
                  <a:pt x="256294" y="4677568"/>
                  <a:pt x="256527" y="4667288"/>
                  <a:pt x="253823" y="4655204"/>
                </a:cubicBezTo>
                <a:cubicBezTo>
                  <a:pt x="259521" y="4631796"/>
                  <a:pt x="280440" y="4574275"/>
                  <a:pt x="280514" y="4543195"/>
                </a:cubicBezTo>
                <a:cubicBezTo>
                  <a:pt x="272112" y="4519880"/>
                  <a:pt x="251340" y="4505102"/>
                  <a:pt x="254268" y="4468722"/>
                </a:cubicBezTo>
                <a:cubicBezTo>
                  <a:pt x="266696" y="4435462"/>
                  <a:pt x="236001" y="4395418"/>
                  <a:pt x="252728" y="4353998"/>
                </a:cubicBezTo>
                <a:cubicBezTo>
                  <a:pt x="256750" y="4339008"/>
                  <a:pt x="256168" y="4294115"/>
                  <a:pt x="248123" y="4286542"/>
                </a:cubicBezTo>
                <a:cubicBezTo>
                  <a:pt x="246365" y="4277371"/>
                  <a:pt x="249194" y="4266107"/>
                  <a:pt x="240584" y="4262777"/>
                </a:cubicBezTo>
                <a:cubicBezTo>
                  <a:pt x="230221" y="4256829"/>
                  <a:pt x="246153" y="4222259"/>
                  <a:pt x="233949" y="4228340"/>
                </a:cubicBezTo>
                <a:cubicBezTo>
                  <a:pt x="244865" y="4203839"/>
                  <a:pt x="223150" y="4187902"/>
                  <a:pt x="217758" y="4169004"/>
                </a:cubicBezTo>
                <a:cubicBezTo>
                  <a:pt x="228596" y="4149446"/>
                  <a:pt x="206597" y="4129080"/>
                  <a:pt x="203797" y="4086781"/>
                </a:cubicBezTo>
                <a:cubicBezTo>
                  <a:pt x="216334" y="4065199"/>
                  <a:pt x="201740" y="4058317"/>
                  <a:pt x="218344" y="4018957"/>
                </a:cubicBezTo>
                <a:cubicBezTo>
                  <a:pt x="216630" y="4017979"/>
                  <a:pt x="215034" y="4016614"/>
                  <a:pt x="213609" y="4014902"/>
                </a:cubicBezTo>
                <a:cubicBezTo>
                  <a:pt x="205325" y="4004955"/>
                  <a:pt x="204424" y="3985729"/>
                  <a:pt x="211594" y="3971964"/>
                </a:cubicBezTo>
                <a:cubicBezTo>
                  <a:pt x="233561" y="3910433"/>
                  <a:pt x="230991" y="3860613"/>
                  <a:pt x="234357" y="3812226"/>
                </a:cubicBezTo>
                <a:cubicBezTo>
                  <a:pt x="235501" y="3758242"/>
                  <a:pt x="209185" y="3801364"/>
                  <a:pt x="229596" y="3728573"/>
                </a:cubicBezTo>
                <a:cubicBezTo>
                  <a:pt x="219804" y="3724174"/>
                  <a:pt x="219047" y="3715890"/>
                  <a:pt x="223099" y="3700384"/>
                </a:cubicBezTo>
                <a:cubicBezTo>
                  <a:pt x="222942" y="3674360"/>
                  <a:pt x="199034" y="3683312"/>
                  <a:pt x="212511" y="3653063"/>
                </a:cubicBezTo>
                <a:cubicBezTo>
                  <a:pt x="207582" y="3623616"/>
                  <a:pt x="199349" y="3555881"/>
                  <a:pt x="193522" y="3523704"/>
                </a:cubicBezTo>
                <a:cubicBezTo>
                  <a:pt x="199728" y="3495169"/>
                  <a:pt x="185963" y="3494025"/>
                  <a:pt x="177551" y="3460001"/>
                </a:cubicBezTo>
                <a:cubicBezTo>
                  <a:pt x="184399" y="3442692"/>
                  <a:pt x="180138" y="3431687"/>
                  <a:pt x="172293" y="3422022"/>
                </a:cubicBezTo>
                <a:cubicBezTo>
                  <a:pt x="172567" y="3386386"/>
                  <a:pt x="159982" y="3357707"/>
                  <a:pt x="153640" y="3319632"/>
                </a:cubicBezTo>
                <a:cubicBezTo>
                  <a:pt x="117352" y="3267571"/>
                  <a:pt x="111308" y="3199530"/>
                  <a:pt x="102580" y="3174350"/>
                </a:cubicBezTo>
                <a:lnTo>
                  <a:pt x="101281" y="3168555"/>
                </a:lnTo>
                <a:cubicBezTo>
                  <a:pt x="101655" y="3163067"/>
                  <a:pt x="102030" y="3157580"/>
                  <a:pt x="102403" y="3152092"/>
                </a:cubicBezTo>
                <a:lnTo>
                  <a:pt x="103597" y="3145797"/>
                </a:lnTo>
                <a:cubicBezTo>
                  <a:pt x="104132" y="3141497"/>
                  <a:pt x="104119" y="3138691"/>
                  <a:pt x="103701" y="3136806"/>
                </a:cubicBezTo>
                <a:lnTo>
                  <a:pt x="108221" y="3088993"/>
                </a:lnTo>
                <a:cubicBezTo>
                  <a:pt x="109464" y="3064872"/>
                  <a:pt x="113188" y="3030250"/>
                  <a:pt x="111158" y="2992081"/>
                </a:cubicBezTo>
                <a:cubicBezTo>
                  <a:pt x="109031" y="2944441"/>
                  <a:pt x="104226" y="2942439"/>
                  <a:pt x="105565" y="2902844"/>
                </a:cubicBezTo>
                <a:cubicBezTo>
                  <a:pt x="107874" y="2897323"/>
                  <a:pt x="101362" y="2801618"/>
                  <a:pt x="105102" y="2797375"/>
                </a:cubicBezTo>
                <a:cubicBezTo>
                  <a:pt x="86174" y="2744941"/>
                  <a:pt x="109804" y="2750735"/>
                  <a:pt x="107241" y="2691357"/>
                </a:cubicBezTo>
                <a:cubicBezTo>
                  <a:pt x="107811" y="2665349"/>
                  <a:pt x="115946" y="2561129"/>
                  <a:pt x="145888" y="2542201"/>
                </a:cubicBezTo>
                <a:cubicBezTo>
                  <a:pt x="170455" y="2427400"/>
                  <a:pt x="123634" y="2367849"/>
                  <a:pt x="136292" y="2250554"/>
                </a:cubicBezTo>
                <a:cubicBezTo>
                  <a:pt x="110877" y="2215639"/>
                  <a:pt x="134601" y="2180816"/>
                  <a:pt x="130310" y="2141581"/>
                </a:cubicBezTo>
                <a:cubicBezTo>
                  <a:pt x="154051" y="2149219"/>
                  <a:pt x="117587" y="2094975"/>
                  <a:pt x="144587" y="2089095"/>
                </a:cubicBezTo>
                <a:cubicBezTo>
                  <a:pt x="142952" y="2082142"/>
                  <a:pt x="140513" y="2075590"/>
                  <a:pt x="137867" y="2069059"/>
                </a:cubicBezTo>
                <a:lnTo>
                  <a:pt x="136492" y="2065634"/>
                </a:lnTo>
                <a:cubicBezTo>
                  <a:pt x="136216" y="2060851"/>
                  <a:pt x="135939" y="2056067"/>
                  <a:pt x="135663" y="2051284"/>
                </a:cubicBezTo>
                <a:lnTo>
                  <a:pt x="124268" y="1960184"/>
                </a:lnTo>
                <a:cubicBezTo>
                  <a:pt x="138968" y="1926370"/>
                  <a:pt x="111716" y="1914873"/>
                  <a:pt x="131257" y="1873060"/>
                </a:cubicBezTo>
                <a:cubicBezTo>
                  <a:pt x="136329" y="1857442"/>
                  <a:pt x="139083" y="1807624"/>
                  <a:pt x="131724" y="1797311"/>
                </a:cubicBezTo>
                <a:cubicBezTo>
                  <a:pt x="130673" y="1786740"/>
                  <a:pt x="134293" y="1774954"/>
                  <a:pt x="126063" y="1769201"/>
                </a:cubicBezTo>
                <a:cubicBezTo>
                  <a:pt x="116300" y="1760126"/>
                  <a:pt x="134551" y="1725705"/>
                  <a:pt x="122085" y="1729500"/>
                </a:cubicBezTo>
                <a:cubicBezTo>
                  <a:pt x="134648" y="1705012"/>
                  <a:pt x="114449" y="1682158"/>
                  <a:pt x="110543" y="1659949"/>
                </a:cubicBezTo>
                <a:cubicBezTo>
                  <a:pt x="122664" y="1640913"/>
                  <a:pt x="102513" y="1613087"/>
                  <a:pt x="102892" y="1565607"/>
                </a:cubicBezTo>
                <a:cubicBezTo>
                  <a:pt x="116835" y="1544742"/>
                  <a:pt x="102976" y="1533616"/>
                  <a:pt x="122245" y="1494057"/>
                </a:cubicBezTo>
                <a:cubicBezTo>
                  <a:pt x="120629" y="1492563"/>
                  <a:pt x="119160" y="1490668"/>
                  <a:pt x="117883" y="1488429"/>
                </a:cubicBezTo>
                <a:cubicBezTo>
                  <a:pt x="110465" y="1475431"/>
                  <a:pt x="111002" y="1453942"/>
                  <a:pt x="119083" y="1440433"/>
                </a:cubicBezTo>
                <a:cubicBezTo>
                  <a:pt x="145274" y="1377630"/>
                  <a:pt x="146438" y="1321884"/>
                  <a:pt x="153340" y="1269148"/>
                </a:cubicBezTo>
                <a:cubicBezTo>
                  <a:pt x="158467" y="1209690"/>
                  <a:pt x="129360" y="1251077"/>
                  <a:pt x="154855" y="1175439"/>
                </a:cubicBezTo>
                <a:cubicBezTo>
                  <a:pt x="145538" y="1168218"/>
                  <a:pt x="145408" y="1158868"/>
                  <a:pt x="150548" y="1142685"/>
                </a:cubicBezTo>
                <a:cubicBezTo>
                  <a:pt x="152321" y="1113850"/>
                  <a:pt x="128121" y="1118007"/>
                  <a:pt x="143630" y="1087778"/>
                </a:cubicBezTo>
                <a:cubicBezTo>
                  <a:pt x="139451" y="1064261"/>
                  <a:pt x="125971" y="1018012"/>
                  <a:pt x="125476" y="1001580"/>
                </a:cubicBezTo>
                <a:cubicBezTo>
                  <a:pt x="123958" y="976962"/>
                  <a:pt x="134851" y="962709"/>
                  <a:pt x="134526" y="940069"/>
                </a:cubicBezTo>
                <a:cubicBezTo>
                  <a:pt x="142751" y="909988"/>
                  <a:pt x="129284" y="905409"/>
                  <a:pt x="123523" y="865739"/>
                </a:cubicBezTo>
                <a:cubicBezTo>
                  <a:pt x="131549" y="848234"/>
                  <a:pt x="128173" y="835030"/>
                  <a:pt x="121164" y="822450"/>
                </a:cubicBezTo>
                <a:cubicBezTo>
                  <a:pt x="124077" y="783082"/>
                  <a:pt x="113811" y="748321"/>
                  <a:pt x="110389" y="704665"/>
                </a:cubicBezTo>
                <a:cubicBezTo>
                  <a:pt x="120144" y="656264"/>
                  <a:pt x="99869" y="633697"/>
                  <a:pt x="96299" y="587032"/>
                </a:cubicBezTo>
                <a:cubicBezTo>
                  <a:pt x="87861" y="539988"/>
                  <a:pt x="66571" y="452493"/>
                  <a:pt x="59759" y="422399"/>
                </a:cubicBezTo>
                <a:cubicBezTo>
                  <a:pt x="62865" y="416491"/>
                  <a:pt x="59682" y="404768"/>
                  <a:pt x="55429" y="406467"/>
                </a:cubicBezTo>
                <a:cubicBezTo>
                  <a:pt x="56742" y="400038"/>
                  <a:pt x="64884" y="384166"/>
                  <a:pt x="58062" y="383409"/>
                </a:cubicBezTo>
                <a:cubicBezTo>
                  <a:pt x="57210" y="351894"/>
                  <a:pt x="61145" y="320031"/>
                  <a:pt x="69487" y="290892"/>
                </a:cubicBezTo>
                <a:cubicBezTo>
                  <a:pt x="57686" y="231306"/>
                  <a:pt x="89539" y="260845"/>
                  <a:pt x="86198" y="217175"/>
                </a:cubicBezTo>
                <a:cubicBezTo>
                  <a:pt x="72715" y="183379"/>
                  <a:pt x="83646" y="168958"/>
                  <a:pt x="74643" y="129155"/>
                </a:cubicBezTo>
                <a:cubicBezTo>
                  <a:pt x="96697" y="112411"/>
                  <a:pt x="72236" y="90977"/>
                  <a:pt x="78417" y="74202"/>
                </a:cubicBezTo>
                <a:cubicBezTo>
                  <a:pt x="59029" y="57686"/>
                  <a:pt x="81827" y="29115"/>
                  <a:pt x="94183" y="4683"/>
                </a:cubicBezTo>
                <a:close/>
              </a:path>
            </a:pathLst>
          </a:custGeom>
        </p:spPr>
      </p:pic>
      <p:pic>
        <p:nvPicPr>
          <p:cNvPr id="12" name="Picture 6" descr="Road Map To Success Images – Browse 25,167 Stock Photos, Vectors, and Video  | Adobe Stock">
            <a:extLst>
              <a:ext uri="{FF2B5EF4-FFF2-40B4-BE49-F238E27FC236}">
                <a16:creationId xmlns:a16="http://schemas.microsoft.com/office/drawing/2014/main" id="{08287047-A552-0CA0-5721-6EC5669C15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41" r="5667" b="2"/>
          <a:stretch>
            <a:fillRect/>
          </a:stretch>
        </p:blipFill>
        <p:spPr bwMode="auto">
          <a:xfrm>
            <a:off x="9279019" y="-1588272"/>
            <a:ext cx="3747932" cy="3176541"/>
          </a:xfrm>
          <a:custGeom>
            <a:avLst/>
            <a:gdLst/>
            <a:ahLst/>
            <a:cxnLst/>
            <a:rect l="l" t="t" r="r" b="b"/>
            <a:pathLst>
              <a:path w="3747932" h="3176541">
                <a:moveTo>
                  <a:pt x="3239865" y="21"/>
                </a:moveTo>
                <a:cubicBezTo>
                  <a:pt x="3261821" y="112"/>
                  <a:pt x="3278837" y="498"/>
                  <a:pt x="3290337" y="938"/>
                </a:cubicBezTo>
                <a:cubicBezTo>
                  <a:pt x="3401766" y="5376"/>
                  <a:pt x="3510165" y="23128"/>
                  <a:pt x="3616543" y="49449"/>
                </a:cubicBezTo>
                <a:lnTo>
                  <a:pt x="3747932" y="87091"/>
                </a:lnTo>
                <a:lnTo>
                  <a:pt x="3747932" y="3176541"/>
                </a:lnTo>
                <a:lnTo>
                  <a:pt x="401358" y="3176541"/>
                </a:lnTo>
                <a:lnTo>
                  <a:pt x="398780" y="3136258"/>
                </a:lnTo>
                <a:cubicBezTo>
                  <a:pt x="400956" y="3079023"/>
                  <a:pt x="437945" y="3052703"/>
                  <a:pt x="483325" y="3030665"/>
                </a:cubicBezTo>
                <a:cubicBezTo>
                  <a:pt x="498866" y="3023015"/>
                  <a:pt x="520932" y="3023320"/>
                  <a:pt x="526840" y="2999447"/>
                </a:cubicBezTo>
                <a:cubicBezTo>
                  <a:pt x="501352" y="2976798"/>
                  <a:pt x="470270" y="2995161"/>
                  <a:pt x="442916" y="2988735"/>
                </a:cubicBezTo>
                <a:cubicBezTo>
                  <a:pt x="420228" y="2983533"/>
                  <a:pt x="382618" y="2986286"/>
                  <a:pt x="413701" y="2944662"/>
                </a:cubicBezTo>
                <a:cubicBezTo>
                  <a:pt x="422716" y="2932726"/>
                  <a:pt x="412147" y="2923542"/>
                  <a:pt x="400645" y="2922625"/>
                </a:cubicBezTo>
                <a:cubicBezTo>
                  <a:pt x="308644" y="2913137"/>
                  <a:pt x="350915" y="2828968"/>
                  <a:pt x="321386" y="2784590"/>
                </a:cubicBezTo>
                <a:cubicBezTo>
                  <a:pt x="313307" y="2772348"/>
                  <a:pt x="322010" y="2751230"/>
                  <a:pt x="334753" y="2746027"/>
                </a:cubicBezTo>
                <a:cubicBezTo>
                  <a:pt x="416187" y="2711746"/>
                  <a:pt x="427377" y="2630027"/>
                  <a:pt x="466852" y="2559632"/>
                </a:cubicBezTo>
                <a:cubicBezTo>
                  <a:pt x="423957" y="2531782"/>
                  <a:pt x="372673" y="2525661"/>
                  <a:pt x="326361" y="2507602"/>
                </a:cubicBezTo>
                <a:cubicBezTo>
                  <a:pt x="278183" y="2488626"/>
                  <a:pt x="278183" y="2474547"/>
                  <a:pt x="317968" y="2419457"/>
                </a:cubicBezTo>
                <a:cubicBezTo>
                  <a:pt x="214465" y="2407519"/>
                  <a:pt x="214465" y="2407519"/>
                  <a:pt x="246479" y="2320903"/>
                </a:cubicBezTo>
                <a:cubicBezTo>
                  <a:pt x="159758" y="2312945"/>
                  <a:pt x="102570" y="2271933"/>
                  <a:pt x="89205" y="2182255"/>
                </a:cubicBezTo>
                <a:cubicBezTo>
                  <a:pt x="82677" y="2138795"/>
                  <a:pt x="43514" y="2118290"/>
                  <a:pt x="0" y="2089213"/>
                </a:cubicBezTo>
                <a:cubicBezTo>
                  <a:pt x="54081" y="2061053"/>
                  <a:pt x="90759" y="2002290"/>
                  <a:pt x="153855" y="2064423"/>
                </a:cubicBezTo>
                <a:cubicBezTo>
                  <a:pt x="176855" y="2087070"/>
                  <a:pt x="174683" y="2058300"/>
                  <a:pt x="177788" y="2050037"/>
                </a:cubicBezTo>
                <a:cubicBezTo>
                  <a:pt x="185247" y="2029838"/>
                  <a:pt x="169707" y="2016369"/>
                  <a:pt x="159450" y="2001067"/>
                </a:cubicBezTo>
                <a:cubicBezTo>
                  <a:pt x="149504" y="1985763"/>
                  <a:pt x="137691" y="1969543"/>
                  <a:pt x="134895" y="1952400"/>
                </a:cubicBezTo>
                <a:cubicBezTo>
                  <a:pt x="133031" y="1940465"/>
                  <a:pt x="142044" y="1923021"/>
                  <a:pt x="151990" y="1914144"/>
                </a:cubicBezTo>
                <a:cubicBezTo>
                  <a:pt x="204209" y="1867316"/>
                  <a:pt x="173127" y="1762030"/>
                  <a:pt x="271969" y="1748562"/>
                </a:cubicBezTo>
                <a:cubicBezTo>
                  <a:pt x="316415" y="1742443"/>
                  <a:pt x="337860" y="1703878"/>
                  <a:pt x="370497" y="1682760"/>
                </a:cubicBezTo>
                <a:cubicBezTo>
                  <a:pt x="483946" y="1608999"/>
                  <a:pt x="559787" y="1514119"/>
                  <a:pt x="594908" y="1383735"/>
                </a:cubicBezTo>
                <a:cubicBezTo>
                  <a:pt x="604543" y="1347620"/>
                  <a:pt x="641532" y="1318542"/>
                  <a:pt x="665465" y="1286713"/>
                </a:cubicBezTo>
                <a:cubicBezTo>
                  <a:pt x="653963" y="1263452"/>
                  <a:pt x="591178" y="1313647"/>
                  <a:pt x="613246" y="1252435"/>
                </a:cubicBezTo>
                <a:cubicBezTo>
                  <a:pt x="630030" y="1206524"/>
                  <a:pt x="672925" y="1178060"/>
                  <a:pt x="713332" y="1150820"/>
                </a:cubicBezTo>
                <a:cubicBezTo>
                  <a:pt x="759333" y="1119908"/>
                  <a:pt x="810307" y="1095117"/>
                  <a:pt x="831133" y="1037883"/>
                </a:cubicBezTo>
                <a:cubicBezTo>
                  <a:pt x="835485" y="1025640"/>
                  <a:pt x="849470" y="1012785"/>
                  <a:pt x="861903" y="1007887"/>
                </a:cubicBezTo>
                <a:cubicBezTo>
                  <a:pt x="1469751" y="63584"/>
                  <a:pt x="2910527" y="-1353"/>
                  <a:pt x="3239865" y="21"/>
                </a:cubicBezTo>
                <a:close/>
              </a:path>
            </a:pathLst>
          </a:cu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Creating a Digital Blueprint: The Ultimate Guide">
            <a:extLst>
              <a:ext uri="{FF2B5EF4-FFF2-40B4-BE49-F238E27FC236}">
                <a16:creationId xmlns:a16="http://schemas.microsoft.com/office/drawing/2014/main" id="{1037C034-0AEB-AB1C-732B-BF4BA17C5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6" b="-9"/>
          <a:stretch>
            <a:fillRect/>
          </a:stretch>
        </p:blipFill>
        <p:spPr bwMode="auto">
          <a:xfrm rot="15898018">
            <a:off x="311324" y="391605"/>
            <a:ext cx="3458367" cy="3476265"/>
          </a:xfrm>
          <a:custGeom>
            <a:avLst/>
            <a:gdLst/>
            <a:ahLst/>
            <a:cxnLst/>
            <a:rect l="l" t="t" r="r" b="b"/>
            <a:pathLst>
              <a:path w="3458367" h="3476265">
                <a:moveTo>
                  <a:pt x="549716" y="15"/>
                </a:moveTo>
                <a:cubicBezTo>
                  <a:pt x="557611" y="271"/>
                  <a:pt x="565778" y="3856"/>
                  <a:pt x="573176" y="4995"/>
                </a:cubicBezTo>
                <a:cubicBezTo>
                  <a:pt x="736504" y="30493"/>
                  <a:pt x="899830" y="58040"/>
                  <a:pt x="1063336" y="82398"/>
                </a:cubicBezTo>
                <a:cubicBezTo>
                  <a:pt x="1216195" y="105163"/>
                  <a:pt x="1370136" y="110398"/>
                  <a:pt x="1523717" y="122237"/>
                </a:cubicBezTo>
                <a:cubicBezTo>
                  <a:pt x="1709602" y="136580"/>
                  <a:pt x="1895127" y="156841"/>
                  <a:pt x="2079929" y="188711"/>
                </a:cubicBezTo>
                <a:cubicBezTo>
                  <a:pt x="2208244" y="211023"/>
                  <a:pt x="2337823" y="226502"/>
                  <a:pt x="2467943" y="208745"/>
                </a:cubicBezTo>
                <a:cubicBezTo>
                  <a:pt x="2474439" y="207834"/>
                  <a:pt x="2481839" y="204876"/>
                  <a:pt x="2487253" y="207834"/>
                </a:cubicBezTo>
                <a:cubicBezTo>
                  <a:pt x="2550419" y="241073"/>
                  <a:pt x="2619357" y="217168"/>
                  <a:pt x="2684869" y="238113"/>
                </a:cubicBezTo>
                <a:cubicBezTo>
                  <a:pt x="2668085" y="318930"/>
                  <a:pt x="2596077" y="312327"/>
                  <a:pt x="2555471" y="368331"/>
                </a:cubicBezTo>
                <a:cubicBezTo>
                  <a:pt x="2621704" y="390639"/>
                  <a:pt x="2681259" y="413178"/>
                  <a:pt x="2741717" y="430023"/>
                </a:cubicBezTo>
                <a:cubicBezTo>
                  <a:pt x="2805785" y="447780"/>
                  <a:pt x="2860106" y="495816"/>
                  <a:pt x="2922728" y="517216"/>
                </a:cubicBezTo>
                <a:cubicBezTo>
                  <a:pt x="2936085" y="521769"/>
                  <a:pt x="2952146" y="537704"/>
                  <a:pt x="2956838" y="553184"/>
                </a:cubicBezTo>
                <a:cubicBezTo>
                  <a:pt x="2971997" y="603269"/>
                  <a:pt x="3274647" y="743732"/>
                  <a:pt x="3238914" y="788350"/>
                </a:cubicBezTo>
                <a:cubicBezTo>
                  <a:pt x="3224116" y="806791"/>
                  <a:pt x="3204986" y="819994"/>
                  <a:pt x="3184953" y="838207"/>
                </a:cubicBezTo>
                <a:cubicBezTo>
                  <a:pt x="3215093" y="872582"/>
                  <a:pt x="3249020" y="887608"/>
                  <a:pt x="3285115" y="897852"/>
                </a:cubicBezTo>
                <a:cubicBezTo>
                  <a:pt x="3295944" y="901039"/>
                  <a:pt x="3306591" y="907413"/>
                  <a:pt x="3307674" y="922894"/>
                </a:cubicBezTo>
                <a:cubicBezTo>
                  <a:pt x="3308757" y="939056"/>
                  <a:pt x="3297748" y="945429"/>
                  <a:pt x="3288544" y="952944"/>
                </a:cubicBezTo>
                <a:cubicBezTo>
                  <a:pt x="3275731" y="963415"/>
                  <a:pt x="3263278" y="972523"/>
                  <a:pt x="3247036" y="973888"/>
                </a:cubicBezTo>
                <a:cubicBezTo>
                  <a:pt x="3220325" y="975937"/>
                  <a:pt x="3207513" y="1005076"/>
                  <a:pt x="3191993" y="1026930"/>
                </a:cubicBezTo>
                <a:cubicBezTo>
                  <a:pt x="3183330" y="1039224"/>
                  <a:pt x="3178998" y="1064037"/>
                  <a:pt x="3194157" y="1068363"/>
                </a:cubicBezTo>
                <a:cubicBezTo>
                  <a:pt x="3230613" y="1078837"/>
                  <a:pt x="3227725" y="1109114"/>
                  <a:pt x="3226824" y="1143489"/>
                </a:cubicBezTo>
                <a:cubicBezTo>
                  <a:pt x="3225560" y="1186061"/>
                  <a:pt x="3204083" y="1205638"/>
                  <a:pt x="3177734" y="1222030"/>
                </a:cubicBezTo>
                <a:cubicBezTo>
                  <a:pt x="3168711" y="1227720"/>
                  <a:pt x="3155898" y="1227493"/>
                  <a:pt x="3152469" y="1245250"/>
                </a:cubicBezTo>
                <a:cubicBezTo>
                  <a:pt x="3167267" y="1262097"/>
                  <a:pt x="3185314" y="1248439"/>
                  <a:pt x="3201197" y="1253218"/>
                </a:cubicBezTo>
                <a:cubicBezTo>
                  <a:pt x="3214370" y="1257088"/>
                  <a:pt x="3236208" y="1255040"/>
                  <a:pt x="3218160" y="1286000"/>
                </a:cubicBezTo>
                <a:cubicBezTo>
                  <a:pt x="3212926" y="1294878"/>
                  <a:pt x="3219062" y="1301709"/>
                  <a:pt x="3225741" y="1302392"/>
                </a:cubicBezTo>
                <a:cubicBezTo>
                  <a:pt x="3279159" y="1309449"/>
                  <a:pt x="3254615" y="1372054"/>
                  <a:pt x="3271761" y="1405063"/>
                </a:cubicBezTo>
                <a:cubicBezTo>
                  <a:pt x="3276452" y="1414169"/>
                  <a:pt x="3271399" y="1429877"/>
                  <a:pt x="3263999" y="1433747"/>
                </a:cubicBezTo>
                <a:cubicBezTo>
                  <a:pt x="3216716" y="1459245"/>
                  <a:pt x="3210220" y="1520028"/>
                  <a:pt x="3187299" y="1572389"/>
                </a:cubicBezTo>
                <a:cubicBezTo>
                  <a:pt x="3212205" y="1593104"/>
                  <a:pt x="3241982" y="1597657"/>
                  <a:pt x="3268872" y="1611089"/>
                </a:cubicBezTo>
                <a:cubicBezTo>
                  <a:pt x="3296846" y="1625204"/>
                  <a:pt x="3296846" y="1635676"/>
                  <a:pt x="3273746" y="1676653"/>
                </a:cubicBezTo>
                <a:cubicBezTo>
                  <a:pt x="3333842" y="1685532"/>
                  <a:pt x="3333842" y="1685532"/>
                  <a:pt x="3315254" y="1749957"/>
                </a:cubicBezTo>
                <a:cubicBezTo>
                  <a:pt x="3365607" y="1755877"/>
                  <a:pt x="3398812" y="1786382"/>
                  <a:pt x="3406572" y="1853085"/>
                </a:cubicBezTo>
                <a:cubicBezTo>
                  <a:pt x="3410362" y="1885411"/>
                  <a:pt x="3433101" y="1900663"/>
                  <a:pt x="3458367" y="1922291"/>
                </a:cubicBezTo>
                <a:cubicBezTo>
                  <a:pt x="3426966" y="1943236"/>
                  <a:pt x="3405669" y="1986945"/>
                  <a:pt x="3369034" y="1940730"/>
                </a:cubicBezTo>
                <a:cubicBezTo>
                  <a:pt x="3355680" y="1923885"/>
                  <a:pt x="3356941" y="1945284"/>
                  <a:pt x="3355138" y="1951430"/>
                </a:cubicBezTo>
                <a:cubicBezTo>
                  <a:pt x="3350807" y="1966455"/>
                  <a:pt x="3359830" y="1976472"/>
                  <a:pt x="3365786" y="1987854"/>
                </a:cubicBezTo>
                <a:cubicBezTo>
                  <a:pt x="3371561" y="1999237"/>
                  <a:pt x="3378420" y="2011302"/>
                  <a:pt x="3380043" y="2024054"/>
                </a:cubicBezTo>
                <a:cubicBezTo>
                  <a:pt x="3381125" y="2032931"/>
                  <a:pt x="3375892" y="2045905"/>
                  <a:pt x="3370117" y="2052509"/>
                </a:cubicBezTo>
                <a:cubicBezTo>
                  <a:pt x="3339797" y="2087340"/>
                  <a:pt x="3357844" y="2165652"/>
                  <a:pt x="3300454" y="2175670"/>
                </a:cubicBezTo>
                <a:cubicBezTo>
                  <a:pt x="3274647" y="2180221"/>
                  <a:pt x="3262195" y="2208906"/>
                  <a:pt x="3243246" y="2224614"/>
                </a:cubicBezTo>
                <a:cubicBezTo>
                  <a:pt x="3177374" y="2279478"/>
                  <a:pt x="3133338" y="2350051"/>
                  <a:pt x="3112946" y="2447031"/>
                </a:cubicBezTo>
                <a:cubicBezTo>
                  <a:pt x="3107352" y="2473894"/>
                  <a:pt x="3085875" y="2495522"/>
                  <a:pt x="3071979" y="2519197"/>
                </a:cubicBezTo>
                <a:cubicBezTo>
                  <a:pt x="3078657" y="2536499"/>
                  <a:pt x="3115112" y="2499164"/>
                  <a:pt x="3102298" y="2544694"/>
                </a:cubicBezTo>
                <a:cubicBezTo>
                  <a:pt x="3092553" y="2578843"/>
                  <a:pt x="3067647" y="2600014"/>
                  <a:pt x="3044185" y="2620276"/>
                </a:cubicBezTo>
                <a:cubicBezTo>
                  <a:pt x="3017476" y="2643268"/>
                  <a:pt x="2987879" y="2661708"/>
                  <a:pt x="2975787" y="2704279"/>
                </a:cubicBezTo>
                <a:cubicBezTo>
                  <a:pt x="2973260" y="2713386"/>
                  <a:pt x="2965140" y="2722947"/>
                  <a:pt x="2957921" y="2726591"/>
                </a:cubicBezTo>
                <a:cubicBezTo>
                  <a:pt x="2581458" y="3475797"/>
                  <a:pt x="1654740" y="3480805"/>
                  <a:pt x="1547901" y="3475568"/>
                </a:cubicBezTo>
                <a:cubicBezTo>
                  <a:pt x="1418503" y="3468966"/>
                  <a:pt x="1296143" y="3422753"/>
                  <a:pt x="1176132" y="3365156"/>
                </a:cubicBezTo>
                <a:cubicBezTo>
                  <a:pt x="1125418" y="3340797"/>
                  <a:pt x="1078316" y="3306195"/>
                  <a:pt x="1029045" y="3279332"/>
                </a:cubicBezTo>
                <a:cubicBezTo>
                  <a:pt x="961009" y="3242223"/>
                  <a:pt x="908492" y="3171424"/>
                  <a:pt x="840634" y="3141601"/>
                </a:cubicBezTo>
                <a:cubicBezTo>
                  <a:pt x="770793" y="3110867"/>
                  <a:pt x="711057" y="3054638"/>
                  <a:pt x="639229" y="3030734"/>
                </a:cubicBezTo>
                <a:cubicBezTo>
                  <a:pt x="601330" y="3017985"/>
                  <a:pt x="564695" y="2994993"/>
                  <a:pt x="570649" y="2929200"/>
                </a:cubicBezTo>
                <a:cubicBezTo>
                  <a:pt x="572274" y="2910532"/>
                  <a:pt x="562349" y="2895282"/>
                  <a:pt x="546647" y="2900745"/>
                </a:cubicBezTo>
                <a:cubicBezTo>
                  <a:pt x="516690" y="2910989"/>
                  <a:pt x="503154" y="2883898"/>
                  <a:pt x="486550" y="2863636"/>
                </a:cubicBezTo>
                <a:cubicBezTo>
                  <a:pt x="456953" y="2827667"/>
                  <a:pt x="428801" y="2789422"/>
                  <a:pt x="381697" y="2783503"/>
                </a:cubicBezTo>
                <a:cubicBezTo>
                  <a:pt x="390720" y="2755272"/>
                  <a:pt x="406060" y="2759371"/>
                  <a:pt x="420137" y="2765290"/>
                </a:cubicBezTo>
                <a:cubicBezTo>
                  <a:pt x="457133" y="2780772"/>
                  <a:pt x="493769" y="2798300"/>
                  <a:pt x="530765" y="2813781"/>
                </a:cubicBezTo>
                <a:cubicBezTo>
                  <a:pt x="554948" y="2823799"/>
                  <a:pt x="578952" y="2837912"/>
                  <a:pt x="611257" y="2826755"/>
                </a:cubicBezTo>
                <a:cubicBezTo>
                  <a:pt x="583463" y="2769843"/>
                  <a:pt x="536180" y="2759598"/>
                  <a:pt x="497920" y="2742071"/>
                </a:cubicBezTo>
                <a:cubicBezTo>
                  <a:pt x="450096" y="2719988"/>
                  <a:pt x="421942" y="2678326"/>
                  <a:pt x="388193" y="2631885"/>
                </a:cubicBezTo>
                <a:cubicBezTo>
                  <a:pt x="423386" y="2620730"/>
                  <a:pt x="445223" y="2654879"/>
                  <a:pt x="472834" y="2653056"/>
                </a:cubicBezTo>
                <a:cubicBezTo>
                  <a:pt x="474279" y="2647140"/>
                  <a:pt x="476804" y="2638488"/>
                  <a:pt x="476444" y="2638259"/>
                </a:cubicBezTo>
                <a:cubicBezTo>
                  <a:pt x="431326" y="2612763"/>
                  <a:pt x="410211" y="2564956"/>
                  <a:pt x="403173" y="2507131"/>
                </a:cubicBezTo>
                <a:cubicBezTo>
                  <a:pt x="399563" y="2477310"/>
                  <a:pt x="383140" y="2467976"/>
                  <a:pt x="366897" y="2454316"/>
                </a:cubicBezTo>
                <a:cubicBezTo>
                  <a:pt x="310230" y="2405826"/>
                  <a:pt x="250314" y="2361890"/>
                  <a:pt x="203752" y="2295188"/>
                </a:cubicBezTo>
                <a:cubicBezTo>
                  <a:pt x="257532" y="2304066"/>
                  <a:pt x="300665" y="2347547"/>
                  <a:pt x="358597" y="2366215"/>
                </a:cubicBezTo>
                <a:cubicBezTo>
                  <a:pt x="312577" y="2292910"/>
                  <a:pt x="253020" y="2255803"/>
                  <a:pt x="198698" y="2211409"/>
                </a:cubicBezTo>
                <a:cubicBezTo>
                  <a:pt x="173974" y="2191149"/>
                  <a:pt x="151055" y="2165197"/>
                  <a:pt x="121097" y="2154269"/>
                </a:cubicBezTo>
                <a:cubicBezTo>
                  <a:pt x="110448" y="2150400"/>
                  <a:pt x="92943" y="2142204"/>
                  <a:pt x="101425" y="2120577"/>
                </a:cubicBezTo>
                <a:cubicBezTo>
                  <a:pt x="108643" y="2102593"/>
                  <a:pt x="122900" y="2108055"/>
                  <a:pt x="135895" y="2113292"/>
                </a:cubicBezTo>
                <a:cubicBezTo>
                  <a:pt x="167116" y="2126269"/>
                  <a:pt x="199421" y="2126495"/>
                  <a:pt x="241652" y="2126269"/>
                </a:cubicBezTo>
                <a:cubicBezTo>
                  <a:pt x="206279" y="2066851"/>
                  <a:pt x="141489" y="2084608"/>
                  <a:pt x="111170" y="2022231"/>
                </a:cubicBezTo>
                <a:cubicBezTo>
                  <a:pt x="149069" y="2011302"/>
                  <a:pt x="178305" y="2033841"/>
                  <a:pt x="208987" y="2038166"/>
                </a:cubicBezTo>
                <a:cubicBezTo>
                  <a:pt x="236777" y="2042036"/>
                  <a:pt x="243636" y="2031565"/>
                  <a:pt x="237139" y="1997188"/>
                </a:cubicBezTo>
                <a:cubicBezTo>
                  <a:pt x="227034" y="1943690"/>
                  <a:pt x="242193" y="1916371"/>
                  <a:pt x="282618" y="1930941"/>
                </a:cubicBezTo>
                <a:cubicBezTo>
                  <a:pt x="320155" y="1944601"/>
                  <a:pt x="324125" y="1924568"/>
                  <a:pt x="314019" y="1894062"/>
                </a:cubicBezTo>
                <a:cubicBezTo>
                  <a:pt x="299582" y="1849671"/>
                  <a:pt x="316004" y="1815295"/>
                  <a:pt x="327194" y="1777960"/>
                </a:cubicBezTo>
                <a:cubicBezTo>
                  <a:pt x="344339" y="1721045"/>
                  <a:pt x="337121" y="1693272"/>
                  <a:pt x="300123" y="1650929"/>
                </a:cubicBezTo>
                <a:cubicBezTo>
                  <a:pt x="279370" y="1627251"/>
                  <a:pt x="256992" y="1607219"/>
                  <a:pt x="226852" y="1586731"/>
                </a:cubicBezTo>
                <a:cubicBezTo>
                  <a:pt x="296334" y="1575576"/>
                  <a:pt x="223423" y="1538013"/>
                  <a:pt x="247968" y="1514564"/>
                </a:cubicBezTo>
                <a:cubicBezTo>
                  <a:pt x="297056" y="1505003"/>
                  <a:pt x="337121" y="1579673"/>
                  <a:pt x="403895" y="1558274"/>
                </a:cubicBezTo>
                <a:cubicBezTo>
                  <a:pt x="321420" y="1493619"/>
                  <a:pt x="230281" y="1472448"/>
                  <a:pt x="170546" y="1386396"/>
                </a:cubicBezTo>
                <a:cubicBezTo>
                  <a:pt x="184261" y="1366817"/>
                  <a:pt x="197977" y="1385030"/>
                  <a:pt x="209707" y="1377746"/>
                </a:cubicBezTo>
                <a:cubicBezTo>
                  <a:pt x="209346" y="1373192"/>
                  <a:pt x="210250" y="1366362"/>
                  <a:pt x="208083" y="1364314"/>
                </a:cubicBezTo>
                <a:cubicBezTo>
                  <a:pt x="163508" y="1317416"/>
                  <a:pt x="162784" y="1316279"/>
                  <a:pt x="210610" y="1281675"/>
                </a:cubicBezTo>
                <a:cubicBezTo>
                  <a:pt x="227394" y="1269609"/>
                  <a:pt x="225950" y="1258909"/>
                  <a:pt x="217108" y="1243657"/>
                </a:cubicBezTo>
                <a:cubicBezTo>
                  <a:pt x="210790" y="1232957"/>
                  <a:pt x="203211" y="1223395"/>
                  <a:pt x="206820" y="1199947"/>
                </a:cubicBezTo>
                <a:cubicBezTo>
                  <a:pt x="232988" y="1229998"/>
                  <a:pt x="359499" y="1220208"/>
                  <a:pt x="381877" y="1217021"/>
                </a:cubicBezTo>
                <a:cubicBezTo>
                  <a:pt x="406963" y="1213607"/>
                  <a:pt x="431688" y="1199037"/>
                  <a:pt x="458035" y="1207003"/>
                </a:cubicBezTo>
                <a:cubicBezTo>
                  <a:pt x="479150" y="1213381"/>
                  <a:pt x="576966" y="1275073"/>
                  <a:pt x="590863" y="1204273"/>
                </a:cubicBezTo>
                <a:cubicBezTo>
                  <a:pt x="591585" y="1200858"/>
                  <a:pt x="631107" y="1208826"/>
                  <a:pt x="652403" y="1212696"/>
                </a:cubicBezTo>
                <a:cubicBezTo>
                  <a:pt x="671172" y="1215883"/>
                  <a:pt x="692288" y="1229998"/>
                  <a:pt x="704920" y="1201769"/>
                </a:cubicBezTo>
                <a:cubicBezTo>
                  <a:pt x="712320" y="1185150"/>
                  <a:pt x="681820" y="1153051"/>
                  <a:pt x="654569" y="1150320"/>
                </a:cubicBezTo>
                <a:cubicBezTo>
                  <a:pt x="630926" y="1147814"/>
                  <a:pt x="606202" y="1144172"/>
                  <a:pt x="583643" y="1151001"/>
                </a:cubicBezTo>
                <a:cubicBezTo>
                  <a:pt x="555852" y="1159198"/>
                  <a:pt x="540873" y="1145995"/>
                  <a:pt x="533111" y="1117538"/>
                </a:cubicBezTo>
                <a:cubicBezTo>
                  <a:pt x="524450" y="1086122"/>
                  <a:pt x="507845" y="1071550"/>
                  <a:pt x="484926" y="1056980"/>
                </a:cubicBezTo>
                <a:cubicBezTo>
                  <a:pt x="429340" y="1021696"/>
                  <a:pt x="375921" y="980946"/>
                  <a:pt x="314922" y="960456"/>
                </a:cubicBezTo>
                <a:cubicBezTo>
                  <a:pt x="302830" y="956358"/>
                  <a:pt x="289476" y="950894"/>
                  <a:pt x="283881" y="923805"/>
                </a:cubicBezTo>
                <a:cubicBezTo>
                  <a:pt x="449013" y="964326"/>
                  <a:pt x="599526" y="1069958"/>
                  <a:pt x="769890" y="1063811"/>
                </a:cubicBezTo>
                <a:cubicBezTo>
                  <a:pt x="723329" y="1030346"/>
                  <a:pt x="669369" y="1028524"/>
                  <a:pt x="619738" y="1005076"/>
                </a:cubicBezTo>
                <a:cubicBezTo>
                  <a:pt x="654930" y="987546"/>
                  <a:pt x="687956" y="1005759"/>
                  <a:pt x="721344" y="1015777"/>
                </a:cubicBezTo>
                <a:cubicBezTo>
                  <a:pt x="749317" y="1023970"/>
                  <a:pt x="774583" y="1025337"/>
                  <a:pt x="777650" y="976393"/>
                </a:cubicBezTo>
                <a:cubicBezTo>
                  <a:pt x="776566" y="973205"/>
                  <a:pt x="776747" y="969107"/>
                  <a:pt x="776929" y="965238"/>
                </a:cubicBezTo>
                <a:cubicBezTo>
                  <a:pt x="767542" y="944976"/>
                  <a:pt x="752926" y="934504"/>
                  <a:pt x="735601" y="928584"/>
                </a:cubicBezTo>
                <a:cubicBezTo>
                  <a:pt x="725133" y="924942"/>
                  <a:pt x="711237" y="919478"/>
                  <a:pt x="711416" y="904909"/>
                </a:cubicBezTo>
                <a:cubicBezTo>
                  <a:pt x="711958" y="850955"/>
                  <a:pt x="678571" y="835246"/>
                  <a:pt x="645185" y="819539"/>
                </a:cubicBezTo>
                <a:cubicBezTo>
                  <a:pt x="663773" y="792676"/>
                  <a:pt x="678391" y="812481"/>
                  <a:pt x="692468" y="810433"/>
                </a:cubicBezTo>
                <a:cubicBezTo>
                  <a:pt x="701672" y="809067"/>
                  <a:pt x="709973" y="806563"/>
                  <a:pt x="709973" y="792676"/>
                </a:cubicBezTo>
                <a:cubicBezTo>
                  <a:pt x="710154" y="781065"/>
                  <a:pt x="705822" y="767861"/>
                  <a:pt x="696799" y="767635"/>
                </a:cubicBezTo>
                <a:cubicBezTo>
                  <a:pt x="640312" y="765585"/>
                  <a:pt x="609090" y="690914"/>
                  <a:pt x="550437" y="690687"/>
                </a:cubicBezTo>
                <a:cubicBezTo>
                  <a:pt x="515425" y="690687"/>
                  <a:pt x="568666" y="648572"/>
                  <a:pt x="539068" y="631042"/>
                </a:cubicBezTo>
                <a:cubicBezTo>
                  <a:pt x="532570" y="627171"/>
                  <a:pt x="556032" y="621254"/>
                  <a:pt x="566500" y="622164"/>
                </a:cubicBezTo>
                <a:cubicBezTo>
                  <a:pt x="576786" y="623074"/>
                  <a:pt x="585990" y="634229"/>
                  <a:pt x="598443" y="626261"/>
                </a:cubicBezTo>
                <a:cubicBezTo>
                  <a:pt x="605300" y="597806"/>
                  <a:pt x="587615" y="587332"/>
                  <a:pt x="572996" y="579365"/>
                </a:cubicBezTo>
                <a:cubicBezTo>
                  <a:pt x="539247" y="560925"/>
                  <a:pt x="506402" y="538615"/>
                  <a:pt x="469405" y="532013"/>
                </a:cubicBezTo>
                <a:cubicBezTo>
                  <a:pt x="456232" y="529737"/>
                  <a:pt x="488355" y="499231"/>
                  <a:pt x="494671" y="488532"/>
                </a:cubicBezTo>
                <a:cubicBezTo>
                  <a:pt x="345782" y="376071"/>
                  <a:pt x="166756" y="381762"/>
                  <a:pt x="0" y="290928"/>
                </a:cubicBezTo>
                <a:cubicBezTo>
                  <a:pt x="36817" y="273173"/>
                  <a:pt x="63887" y="286148"/>
                  <a:pt x="88973" y="288880"/>
                </a:cubicBezTo>
                <a:cubicBezTo>
                  <a:pt x="151595" y="295708"/>
                  <a:pt x="213498" y="309822"/>
                  <a:pt x="275940" y="318246"/>
                </a:cubicBezTo>
                <a:cubicBezTo>
                  <a:pt x="306620" y="322344"/>
                  <a:pt x="335134" y="337824"/>
                  <a:pt x="369424" y="313239"/>
                </a:cubicBezTo>
                <a:cubicBezTo>
                  <a:pt x="392343" y="296847"/>
                  <a:pt x="428980" y="314604"/>
                  <a:pt x="457133" y="329174"/>
                </a:cubicBezTo>
                <a:cubicBezTo>
                  <a:pt x="480414" y="341238"/>
                  <a:pt x="502612" y="344425"/>
                  <a:pt x="533474" y="329174"/>
                </a:cubicBezTo>
                <a:cubicBezTo>
                  <a:pt x="505501" y="319841"/>
                  <a:pt x="484023" y="311645"/>
                  <a:pt x="462006" y="305953"/>
                </a:cubicBezTo>
                <a:cubicBezTo>
                  <a:pt x="444501" y="301400"/>
                  <a:pt x="486189" y="282960"/>
                  <a:pt x="507484" y="285237"/>
                </a:cubicBezTo>
                <a:cubicBezTo>
                  <a:pt x="537263" y="288423"/>
                  <a:pt x="520479" y="276586"/>
                  <a:pt x="515425" y="260195"/>
                </a:cubicBezTo>
                <a:cubicBezTo>
                  <a:pt x="510012" y="242665"/>
                  <a:pt x="526074" y="237203"/>
                  <a:pt x="536180" y="240844"/>
                </a:cubicBezTo>
                <a:cubicBezTo>
                  <a:pt x="574980" y="255187"/>
                  <a:pt x="613602" y="229917"/>
                  <a:pt x="653668" y="250407"/>
                </a:cubicBezTo>
                <a:cubicBezTo>
                  <a:pt x="643561" y="199867"/>
                  <a:pt x="621723" y="177784"/>
                  <a:pt x="576064" y="170726"/>
                </a:cubicBezTo>
                <a:cubicBezTo>
                  <a:pt x="558919" y="167996"/>
                  <a:pt x="541053" y="172093"/>
                  <a:pt x="526254" y="157522"/>
                </a:cubicBezTo>
                <a:cubicBezTo>
                  <a:pt x="517771" y="149101"/>
                  <a:pt x="508207" y="139084"/>
                  <a:pt x="514884" y="123603"/>
                </a:cubicBezTo>
                <a:cubicBezTo>
                  <a:pt x="519577" y="112674"/>
                  <a:pt x="529684" y="112674"/>
                  <a:pt x="537985" y="116318"/>
                </a:cubicBezTo>
                <a:cubicBezTo>
                  <a:pt x="575162" y="132483"/>
                  <a:pt x="613963" y="138400"/>
                  <a:pt x="652764" y="144320"/>
                </a:cubicBezTo>
                <a:cubicBezTo>
                  <a:pt x="658720" y="145230"/>
                  <a:pt x="665397" y="148191"/>
                  <a:pt x="672075" y="133164"/>
                </a:cubicBezTo>
                <a:cubicBezTo>
                  <a:pt x="599526" y="108805"/>
                  <a:pt x="530585" y="74202"/>
                  <a:pt x="456051" y="60770"/>
                </a:cubicBezTo>
                <a:cubicBezTo>
                  <a:pt x="457133" y="54397"/>
                  <a:pt x="458215" y="48022"/>
                  <a:pt x="459299" y="41649"/>
                </a:cubicBezTo>
                <a:cubicBezTo>
                  <a:pt x="517591" y="50753"/>
                  <a:pt x="575884" y="59859"/>
                  <a:pt x="649515" y="71243"/>
                </a:cubicBezTo>
                <a:cubicBezTo>
                  <a:pt x="604218" y="35045"/>
                  <a:pt x="561446" y="47111"/>
                  <a:pt x="527879" y="15013"/>
                </a:cubicBezTo>
                <a:cubicBezTo>
                  <a:pt x="534195" y="2833"/>
                  <a:pt x="541820" y="-241"/>
                  <a:pt x="549716" y="15"/>
                </a:cubicBezTo>
                <a:close/>
              </a:path>
            </a:pathLst>
          </a:cu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2923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79A665-0EAA-1994-DECE-7AC7A0B00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E5CF28-410B-DB27-8B78-460EE054B597}"/>
              </a:ext>
            </a:extLst>
          </p:cNvPr>
          <p:cNvSpPr txBox="1"/>
          <p:nvPr/>
        </p:nvSpPr>
        <p:spPr>
          <a:xfrm>
            <a:off x="838201" y="345810"/>
            <a:ext cx="512056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chemeClr val="bg1"/>
                </a:solidFill>
                <a:latin typeface="Montserrat" panose="00000500000000000000" pitchFamily="2" charset="0"/>
                <a:ea typeface="+mj-ea"/>
                <a:cs typeface="+mj-cs"/>
              </a:rPr>
              <a:t>Instructional Strategy &amp; Assessment: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FA6E21-CFB8-233F-4EE5-0DBFBBD7938E}"/>
              </a:ext>
            </a:extLst>
          </p:cNvPr>
          <p:cNvSpPr txBox="1"/>
          <p:nvPr/>
        </p:nvSpPr>
        <p:spPr>
          <a:xfrm>
            <a:off x="309216" y="1825625"/>
            <a:ext cx="5888383" cy="45265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bg1"/>
                </a:solidFill>
                <a:latin typeface="Montserrat" panose="00000500000000000000" pitchFamily="2" charset="0"/>
              </a:rPr>
              <a:t>Micro-lessons and strands (Non-MVP):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chemeClr val="bg1"/>
                </a:solidFill>
                <a:latin typeface="Montserrat" panose="00000500000000000000" pitchFamily="2" charset="0"/>
              </a:rPr>
              <a:t>Theory (T*) and coding (C*) micro-lessons are planned around creation variability, canonical FM structure, pitfalls and C++ lifecycle details.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chemeClr val="bg1"/>
                </a:solidFill>
                <a:latin typeface="Montserrat" panose="00000500000000000000" pitchFamily="2" charset="0"/>
              </a:rPr>
              <a:t>Each lesson follows </a:t>
            </a:r>
            <a:r>
              <a:rPr lang="en-GB" sz="1500" dirty="0" err="1">
                <a:solidFill>
                  <a:schemeClr val="bg1"/>
                </a:solidFill>
                <a:latin typeface="Montserrat" panose="00000500000000000000" pitchFamily="2" charset="0"/>
              </a:rPr>
              <a:t>Gagné’s</a:t>
            </a:r>
            <a:r>
              <a:rPr lang="en-GB" sz="1500" dirty="0">
                <a:solidFill>
                  <a:schemeClr val="bg1"/>
                </a:solidFill>
                <a:latin typeface="Montserrat" panose="00000500000000000000" pitchFamily="2" charset="0"/>
              </a:rPr>
              <a:t> events: attention-grabbing scenario, objectives, recall, worked example, guided practice, and quick checks.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chemeClr val="bg1"/>
                </a:solidFill>
                <a:latin typeface="Montserrat" panose="00000500000000000000" pitchFamily="2" charset="0"/>
              </a:rPr>
              <a:t>Lessons are split into three strands: UML, code, and recognition, so that later items can target specific strands and learning outcomes.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15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bg1"/>
                </a:solidFill>
                <a:latin typeface="Montserrat" panose="00000500000000000000" pitchFamily="2" charset="0"/>
              </a:rPr>
              <a:t>Micro-Quizzes and FM coding practical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chemeClr val="bg1"/>
                </a:solidFill>
                <a:latin typeface="Montserrat" panose="00000500000000000000" pitchFamily="2" charset="0"/>
              </a:rPr>
              <a:t>Six Micro-Quizzes (MQs), each 7 marks, mix UML-label, code-read, trace, refactor and intent items, with immediate feedback and LO tags.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chemeClr val="bg1"/>
                </a:solidFill>
                <a:latin typeface="Montserrat" panose="00000500000000000000" pitchFamily="2" charset="0"/>
              </a:rPr>
              <a:t>Global policy: total MQ time ≤ 60 minutes and ≤ 30 marks, with unlimited retries for learning but only the first graded attempt counting.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chemeClr val="bg1"/>
                </a:solidFill>
                <a:latin typeface="Montserrat" panose="00000500000000000000" pitchFamily="2" charset="0"/>
              </a:rPr>
              <a:t>A scaffolded C++ reporting utility serves as the FM coding practical: students implement Products and Creators, pass unit tests and structural checks, and optionally extend the design with a new exporter.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4" descr="Molecule">
            <a:extLst>
              <a:ext uri="{FF2B5EF4-FFF2-40B4-BE49-F238E27FC236}">
                <a16:creationId xmlns:a16="http://schemas.microsoft.com/office/drawing/2014/main" id="{8ED1D929-5341-05E9-DF5D-8FC0455D64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22" r="15066" b="3"/>
          <a:stretch>
            <a:fillRect/>
          </a:stretch>
        </p:blipFill>
        <p:spPr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</p:pic>
      <p:sp>
        <p:nvSpPr>
          <p:cNvPr id="14" name="Arc 13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2F5FB460-FFF4-B3D8-D069-A692071919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11" t="25228" r="661" b="18330"/>
          <a:stretch>
            <a:fillRect/>
          </a:stretch>
        </p:blipFill>
        <p:spPr bwMode="auto">
          <a:xfrm>
            <a:off x="62616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5888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E18C69-04BB-A658-C9AE-CFCF3213F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D9CE3C4-25D7-403C-9312-F3B39099D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032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8CD51F-2D4E-E9E0-F21C-D80978DDB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591" y="529916"/>
            <a:ext cx="6648174" cy="9162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Architecture &amp; Core Features</a:t>
            </a:r>
          </a:p>
        </p:txBody>
      </p:sp>
      <p:pic>
        <p:nvPicPr>
          <p:cNvPr id="5" name="Content Placeholder 4" descr="A network of dots and circles&#10;&#10;AI-generated content may be incorrect.">
            <a:extLst>
              <a:ext uri="{FF2B5EF4-FFF2-40B4-BE49-F238E27FC236}">
                <a16:creationId xmlns:a16="http://schemas.microsoft.com/office/drawing/2014/main" id="{48CA547A-0F62-6A80-14E7-949E6373E0A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59" r="3" b="4762"/>
          <a:stretch>
            <a:fillRect/>
          </a:stretch>
        </p:blipFill>
        <p:spPr>
          <a:xfrm>
            <a:off x="304" y="-20320"/>
            <a:ext cx="4445462" cy="3730714"/>
          </a:xfrm>
          <a:custGeom>
            <a:avLst/>
            <a:gdLst/>
            <a:ahLst/>
            <a:cxnLst/>
            <a:rect l="l" t="t" r="r" b="b"/>
            <a:pathLst>
              <a:path w="4443799" h="3776782">
                <a:moveTo>
                  <a:pt x="0" y="0"/>
                </a:moveTo>
                <a:lnTo>
                  <a:pt x="4164578" y="0"/>
                </a:lnTo>
                <a:lnTo>
                  <a:pt x="4238884" y="154250"/>
                </a:lnTo>
                <a:cubicBezTo>
                  <a:pt x="4370833" y="466214"/>
                  <a:pt x="4443799" y="809200"/>
                  <a:pt x="4443799" y="1169228"/>
                </a:cubicBezTo>
                <a:cubicBezTo>
                  <a:pt x="4443799" y="2609341"/>
                  <a:pt x="3276357" y="3776782"/>
                  <a:pt x="1836244" y="3776782"/>
                </a:cubicBezTo>
                <a:cubicBezTo>
                  <a:pt x="1206195" y="3776782"/>
                  <a:pt x="628337" y="3553326"/>
                  <a:pt x="177598" y="3181344"/>
                </a:cubicBezTo>
                <a:lnTo>
                  <a:pt x="0" y="3019932"/>
                </a:lnTo>
                <a:close/>
              </a:path>
            </a:pathLst>
          </a:custGeom>
          <a:effectLst>
            <a:softEdge rad="0"/>
          </a:effectLst>
        </p:spPr>
      </p:pic>
      <p:pic>
        <p:nvPicPr>
          <p:cNvPr id="6" name="Picture 2" descr="11,600+ Research Question Stock Illustrations, Royalty-Free Vector Graphics  &amp; Clip Art - iStock | Question mark, Questionnaire, Quantity">
            <a:extLst>
              <a:ext uri="{FF2B5EF4-FFF2-40B4-BE49-F238E27FC236}">
                <a16:creationId xmlns:a16="http://schemas.microsoft.com/office/drawing/2014/main" id="{1C09801E-6EEF-F08E-A76F-F63E45EF59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4" r="1459"/>
          <a:stretch>
            <a:fillRect/>
          </a:stretch>
        </p:blipFill>
        <p:spPr bwMode="auto">
          <a:xfrm>
            <a:off x="8578" y="3917279"/>
            <a:ext cx="3440586" cy="2950205"/>
          </a:xfrm>
          <a:custGeom>
            <a:avLst/>
            <a:gdLst/>
            <a:ahLst/>
            <a:cxnLst/>
            <a:rect l="l" t="t" r="r" b="b"/>
            <a:pathLst>
              <a:path w="3440586" h="2950205">
                <a:moveTo>
                  <a:pt x="1539166" y="0"/>
                </a:moveTo>
                <a:cubicBezTo>
                  <a:pt x="2589292" y="0"/>
                  <a:pt x="3440586" y="851294"/>
                  <a:pt x="3440586" y="1901419"/>
                </a:cubicBezTo>
                <a:cubicBezTo>
                  <a:pt x="3440586" y="2229583"/>
                  <a:pt x="3357452" y="2538330"/>
                  <a:pt x="3211095" y="2807749"/>
                </a:cubicBezTo>
                <a:lnTo>
                  <a:pt x="3124550" y="2950205"/>
                </a:lnTo>
                <a:lnTo>
                  <a:pt x="0" y="2950205"/>
                </a:lnTo>
                <a:lnTo>
                  <a:pt x="0" y="788141"/>
                </a:lnTo>
                <a:lnTo>
                  <a:pt x="71938" y="691940"/>
                </a:lnTo>
                <a:cubicBezTo>
                  <a:pt x="420687" y="269355"/>
                  <a:pt x="948471" y="0"/>
                  <a:pt x="1539166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E56C079-9BED-4728-8FAD-2F9E3A179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4" y="-20320"/>
            <a:ext cx="4619342" cy="3993680"/>
            <a:chOff x="6642" y="0"/>
            <a:chExt cx="4656944" cy="402618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FE2DBDC-CA19-4342-8088-8ADCA94AA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643" y="0"/>
              <a:ext cx="4481649" cy="3774194"/>
            </a:xfrm>
            <a:custGeom>
              <a:avLst/>
              <a:gdLst>
                <a:gd name="connsiteX0" fmla="*/ 3838758 w 4481649"/>
                <a:gd name="connsiteY0" fmla="*/ 0 h 3774194"/>
                <a:gd name="connsiteX1" fmla="*/ 4072279 w 4481649"/>
                <a:gd name="connsiteY1" fmla="*/ 0 h 3774194"/>
                <a:gd name="connsiteX2" fmla="*/ 4075362 w 4481649"/>
                <a:gd name="connsiteY2" fmla="*/ 4673 h 3774194"/>
                <a:gd name="connsiteX3" fmla="*/ 4106646 w 4481649"/>
                <a:gd name="connsiteY3" fmla="*/ 54070 h 3774194"/>
                <a:gd name="connsiteX4" fmla="*/ 4136804 w 4481649"/>
                <a:gd name="connsiteY4" fmla="*/ 104160 h 3774194"/>
                <a:gd name="connsiteX5" fmla="*/ 4246950 w 4481649"/>
                <a:gd name="connsiteY5" fmla="*/ 310241 h 3774194"/>
                <a:gd name="connsiteX6" fmla="*/ 4397741 w 4481649"/>
                <a:gd name="connsiteY6" fmla="*/ 750480 h 3774194"/>
                <a:gd name="connsiteX7" fmla="*/ 4433098 w 4481649"/>
                <a:gd name="connsiteY7" fmla="*/ 979526 h 3774194"/>
                <a:gd name="connsiteX8" fmla="*/ 4456064 w 4481649"/>
                <a:gd name="connsiteY8" fmla="*/ 1208745 h 3774194"/>
                <a:gd name="connsiteX9" fmla="*/ 4474350 w 4481649"/>
                <a:gd name="connsiteY9" fmla="*/ 1437964 h 3774194"/>
                <a:gd name="connsiteX10" fmla="*/ 4478075 w 4481649"/>
                <a:gd name="connsiteY10" fmla="*/ 1495420 h 3774194"/>
                <a:gd name="connsiteX11" fmla="*/ 4479722 w 4481649"/>
                <a:gd name="connsiteY11" fmla="*/ 1524971 h 3774194"/>
                <a:gd name="connsiteX12" fmla="*/ 4480936 w 4481649"/>
                <a:gd name="connsiteY12" fmla="*/ 1555043 h 3774194"/>
                <a:gd name="connsiteX13" fmla="*/ 4479288 w 4481649"/>
                <a:gd name="connsiteY13" fmla="*/ 1676195 h 3774194"/>
                <a:gd name="connsiteX14" fmla="*/ 4355883 w 4481649"/>
                <a:gd name="connsiteY14" fmla="*/ 2152052 h 3774194"/>
                <a:gd name="connsiteX15" fmla="*/ 4081600 w 4481649"/>
                <a:gd name="connsiteY15" fmla="*/ 2556153 h 3774194"/>
                <a:gd name="connsiteX16" fmla="*/ 3914431 w 4481649"/>
                <a:gd name="connsiteY16" fmla="*/ 2724623 h 3774194"/>
                <a:gd name="connsiteX17" fmla="*/ 3740156 w 4481649"/>
                <a:gd name="connsiteY17" fmla="*/ 2877753 h 3774194"/>
                <a:gd name="connsiteX18" fmla="*/ 3386143 w 4481649"/>
                <a:gd name="connsiteY18" fmla="*/ 3153683 h 3774194"/>
                <a:gd name="connsiteX19" fmla="*/ 3297056 w 4481649"/>
                <a:gd name="connsiteY19" fmla="*/ 3221018 h 3774194"/>
                <a:gd name="connsiteX20" fmla="*/ 3205542 w 4481649"/>
                <a:gd name="connsiteY20" fmla="*/ 3288787 h 3774194"/>
                <a:gd name="connsiteX21" fmla="*/ 3111775 w 4481649"/>
                <a:gd name="connsiteY21" fmla="*/ 3355690 h 3774194"/>
                <a:gd name="connsiteX22" fmla="*/ 3015060 w 4481649"/>
                <a:gd name="connsiteY22" fmla="*/ 3420685 h 3774194"/>
                <a:gd name="connsiteX23" fmla="*/ 2812014 w 4481649"/>
                <a:gd name="connsiteY23" fmla="*/ 3542705 h 3774194"/>
                <a:gd name="connsiteX24" fmla="*/ 2593627 w 4481649"/>
                <a:gd name="connsiteY24" fmla="*/ 3646439 h 3774194"/>
                <a:gd name="connsiteX25" fmla="*/ 2118377 w 4481649"/>
                <a:gd name="connsiteY25" fmla="*/ 3765771 h 3774194"/>
                <a:gd name="connsiteX26" fmla="*/ 1996011 w 4481649"/>
                <a:gd name="connsiteY26" fmla="*/ 3773484 h 3774194"/>
                <a:gd name="connsiteX27" fmla="*/ 1965420 w 4481649"/>
                <a:gd name="connsiteY27" fmla="*/ 3774177 h 3774194"/>
                <a:gd name="connsiteX28" fmla="*/ 1934915 w 4481649"/>
                <a:gd name="connsiteY28" fmla="*/ 3774003 h 3774194"/>
                <a:gd name="connsiteX29" fmla="*/ 1904497 w 4481649"/>
                <a:gd name="connsiteY29" fmla="*/ 3773658 h 3774194"/>
                <a:gd name="connsiteX30" fmla="*/ 1874945 w 4481649"/>
                <a:gd name="connsiteY30" fmla="*/ 3772531 h 3774194"/>
                <a:gd name="connsiteX31" fmla="*/ 1638881 w 4481649"/>
                <a:gd name="connsiteY31" fmla="*/ 3753725 h 3774194"/>
                <a:gd name="connsiteX32" fmla="*/ 1404288 w 4481649"/>
                <a:gd name="connsiteY32" fmla="*/ 3712301 h 3774194"/>
                <a:gd name="connsiteX33" fmla="*/ 1173856 w 4481649"/>
                <a:gd name="connsiteY33" fmla="*/ 3647392 h 3774194"/>
                <a:gd name="connsiteX34" fmla="*/ 732751 w 4481649"/>
                <a:gd name="connsiteY34" fmla="*/ 3452230 h 3774194"/>
                <a:gd name="connsiteX35" fmla="*/ 360973 w 4481649"/>
                <a:gd name="connsiteY35" fmla="*/ 3148396 h 3774194"/>
                <a:gd name="connsiteX36" fmla="*/ 210269 w 4481649"/>
                <a:gd name="connsiteY36" fmla="*/ 2965542 h 3774194"/>
                <a:gd name="connsiteX37" fmla="*/ 78631 w 4481649"/>
                <a:gd name="connsiteY37" fmla="*/ 2771940 h 3774194"/>
                <a:gd name="connsiteX38" fmla="*/ 47866 w 4481649"/>
                <a:gd name="connsiteY38" fmla="*/ 2722630 h 3774194"/>
                <a:gd name="connsiteX39" fmla="*/ 18488 w 4481649"/>
                <a:gd name="connsiteY39" fmla="*/ 2674792 h 3774194"/>
                <a:gd name="connsiteX40" fmla="*/ 0 w 4481649"/>
                <a:gd name="connsiteY40" fmla="*/ 2645223 h 3774194"/>
                <a:gd name="connsiteX41" fmla="*/ 0 w 4481649"/>
                <a:gd name="connsiteY41" fmla="*/ 2227021 h 3774194"/>
                <a:gd name="connsiteX42" fmla="*/ 25421 w 4481649"/>
                <a:gd name="connsiteY42" fmla="*/ 2260119 h 3774194"/>
                <a:gd name="connsiteX43" fmla="*/ 167979 w 4481649"/>
                <a:gd name="connsiteY43" fmla="*/ 2432922 h 3774194"/>
                <a:gd name="connsiteX44" fmla="*/ 238868 w 4481649"/>
                <a:gd name="connsiteY44" fmla="*/ 2523135 h 3774194"/>
                <a:gd name="connsiteX45" fmla="*/ 272926 w 4481649"/>
                <a:gd name="connsiteY45" fmla="*/ 2567420 h 3774194"/>
                <a:gd name="connsiteX46" fmla="*/ 306290 w 4481649"/>
                <a:gd name="connsiteY46" fmla="*/ 2609797 h 3774194"/>
                <a:gd name="connsiteX47" fmla="*/ 592966 w 4481649"/>
                <a:gd name="connsiteY47" fmla="*/ 2922991 h 3774194"/>
                <a:gd name="connsiteX48" fmla="*/ 745402 w 4481649"/>
                <a:gd name="connsiteY48" fmla="*/ 3063902 h 3774194"/>
                <a:gd name="connsiteX49" fmla="*/ 905033 w 4481649"/>
                <a:gd name="connsiteY49" fmla="*/ 3193806 h 3774194"/>
                <a:gd name="connsiteX50" fmla="*/ 1261644 w 4481649"/>
                <a:gd name="connsiteY50" fmla="*/ 3399280 h 3774194"/>
                <a:gd name="connsiteX51" fmla="*/ 1461138 w 4481649"/>
                <a:gd name="connsiteY51" fmla="*/ 3457343 h 3774194"/>
                <a:gd name="connsiteX52" fmla="*/ 1512268 w 4481649"/>
                <a:gd name="connsiteY52" fmla="*/ 3467570 h 3774194"/>
                <a:gd name="connsiteX53" fmla="*/ 1563832 w 4481649"/>
                <a:gd name="connsiteY53" fmla="*/ 3476149 h 3774194"/>
                <a:gd name="connsiteX54" fmla="*/ 1667912 w 4481649"/>
                <a:gd name="connsiteY54" fmla="*/ 3488455 h 3774194"/>
                <a:gd name="connsiteX55" fmla="*/ 1720255 w 4481649"/>
                <a:gd name="connsiteY55" fmla="*/ 3492441 h 3774194"/>
                <a:gd name="connsiteX56" fmla="*/ 1772771 w 4481649"/>
                <a:gd name="connsiteY56" fmla="*/ 3495215 h 3774194"/>
                <a:gd name="connsiteX57" fmla="*/ 1825462 w 4481649"/>
                <a:gd name="connsiteY57" fmla="*/ 3496428 h 3774194"/>
                <a:gd name="connsiteX58" fmla="*/ 1878238 w 4481649"/>
                <a:gd name="connsiteY58" fmla="*/ 3496167 h 3774194"/>
                <a:gd name="connsiteX59" fmla="*/ 1904671 w 4481649"/>
                <a:gd name="connsiteY59" fmla="*/ 3495907 h 3774194"/>
                <a:gd name="connsiteX60" fmla="*/ 1930149 w 4481649"/>
                <a:gd name="connsiteY60" fmla="*/ 3494782 h 3774194"/>
                <a:gd name="connsiteX61" fmla="*/ 1955541 w 4481649"/>
                <a:gd name="connsiteY61" fmla="*/ 3493482 h 3774194"/>
                <a:gd name="connsiteX62" fmla="*/ 1980846 w 4481649"/>
                <a:gd name="connsiteY62" fmla="*/ 3491401 h 3774194"/>
                <a:gd name="connsiteX63" fmla="*/ 2081199 w 4481649"/>
                <a:gd name="connsiteY63" fmla="*/ 3479010 h 3774194"/>
                <a:gd name="connsiteX64" fmla="*/ 2463462 w 4481649"/>
                <a:gd name="connsiteY64" fmla="*/ 3353524 h 3774194"/>
                <a:gd name="connsiteX65" fmla="*/ 2816606 w 4481649"/>
                <a:gd name="connsiteY65" fmla="*/ 3133490 h 3774194"/>
                <a:gd name="connsiteX66" fmla="*/ 2902227 w 4481649"/>
                <a:gd name="connsiteY66" fmla="*/ 3068842 h 3774194"/>
                <a:gd name="connsiteX67" fmla="*/ 2987849 w 4481649"/>
                <a:gd name="connsiteY67" fmla="*/ 3002026 h 3774194"/>
                <a:gd name="connsiteX68" fmla="*/ 3161258 w 4481649"/>
                <a:gd name="connsiteY68" fmla="*/ 2863368 h 3774194"/>
                <a:gd name="connsiteX69" fmla="*/ 3517696 w 4481649"/>
                <a:gd name="connsiteY69" fmla="*/ 2594978 h 3774194"/>
                <a:gd name="connsiteX70" fmla="*/ 3849781 w 4481649"/>
                <a:gd name="connsiteY70" fmla="*/ 2328061 h 3774194"/>
                <a:gd name="connsiteX71" fmla="*/ 4115313 w 4481649"/>
                <a:gd name="connsiteY71" fmla="*/ 2022147 h 3774194"/>
                <a:gd name="connsiteX72" fmla="*/ 4205786 w 4481649"/>
                <a:gd name="connsiteY72" fmla="*/ 1844318 h 3774194"/>
                <a:gd name="connsiteX73" fmla="*/ 4260902 w 4481649"/>
                <a:gd name="connsiteY73" fmla="*/ 1650024 h 3774194"/>
                <a:gd name="connsiteX74" fmla="*/ 4276155 w 4481649"/>
                <a:gd name="connsiteY74" fmla="*/ 1548110 h 3774194"/>
                <a:gd name="connsiteX75" fmla="*/ 4278669 w 4481649"/>
                <a:gd name="connsiteY75" fmla="*/ 1522285 h 3774194"/>
                <a:gd name="connsiteX76" fmla="*/ 4280575 w 4481649"/>
                <a:gd name="connsiteY76" fmla="*/ 1495940 h 3774194"/>
                <a:gd name="connsiteX77" fmla="*/ 4283348 w 4481649"/>
                <a:gd name="connsiteY77" fmla="*/ 1441517 h 3774194"/>
                <a:gd name="connsiteX78" fmla="*/ 4278582 w 4481649"/>
                <a:gd name="connsiteY78" fmla="*/ 1223910 h 3774194"/>
                <a:gd name="connsiteX79" fmla="*/ 4247990 w 4481649"/>
                <a:gd name="connsiteY79" fmla="*/ 1008990 h 3774194"/>
                <a:gd name="connsiteX80" fmla="*/ 4196080 w 4481649"/>
                <a:gd name="connsiteY80" fmla="*/ 799270 h 3774194"/>
                <a:gd name="connsiteX81" fmla="*/ 4062015 w 4481649"/>
                <a:gd name="connsiteY81" fmla="*/ 392396 h 3774194"/>
                <a:gd name="connsiteX82" fmla="*/ 3970675 w 4481649"/>
                <a:gd name="connsiteY82" fmla="*/ 199228 h 3774194"/>
                <a:gd name="connsiteX83" fmla="*/ 3944070 w 4481649"/>
                <a:gd name="connsiteY83" fmla="*/ 152951 h 3774194"/>
                <a:gd name="connsiteX84" fmla="*/ 3916078 w 4481649"/>
                <a:gd name="connsiteY84" fmla="*/ 107540 h 3774194"/>
                <a:gd name="connsiteX85" fmla="*/ 3886439 w 4481649"/>
                <a:gd name="connsiteY85" fmla="*/ 63170 h 3774194"/>
                <a:gd name="connsiteX86" fmla="*/ 3855502 w 4481649"/>
                <a:gd name="connsiteY86" fmla="*/ 19753 h 3774194"/>
                <a:gd name="connsiteX87" fmla="*/ 143864 w 4481649"/>
                <a:gd name="connsiteY87" fmla="*/ 0 h 3774194"/>
                <a:gd name="connsiteX88" fmla="*/ 437641 w 4481649"/>
                <a:gd name="connsiteY88" fmla="*/ 0 h 3774194"/>
                <a:gd name="connsiteX89" fmla="*/ 429955 w 4481649"/>
                <a:gd name="connsiteY89" fmla="*/ 6407 h 3774194"/>
                <a:gd name="connsiteX90" fmla="*/ 137300 w 4481649"/>
                <a:gd name="connsiteY90" fmla="*/ 320554 h 3774194"/>
                <a:gd name="connsiteX91" fmla="*/ 12931 w 4481649"/>
                <a:gd name="connsiteY91" fmla="*/ 495447 h 3774194"/>
                <a:gd name="connsiteX92" fmla="*/ 0 w 4481649"/>
                <a:gd name="connsiteY92" fmla="*/ 517906 h 3774194"/>
                <a:gd name="connsiteX93" fmla="*/ 0 w 4481649"/>
                <a:gd name="connsiteY93" fmla="*/ 176135 h 3774194"/>
                <a:gd name="connsiteX94" fmla="*/ 125001 w 4481649"/>
                <a:gd name="connsiteY94" fmla="*/ 19820 h 3774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4481649" h="3774194">
                  <a:moveTo>
                    <a:pt x="3838758" y="0"/>
                  </a:moveTo>
                  <a:lnTo>
                    <a:pt x="4072279" y="0"/>
                  </a:lnTo>
                  <a:lnTo>
                    <a:pt x="4075362" y="4673"/>
                  </a:lnTo>
                  <a:cubicBezTo>
                    <a:pt x="4085761" y="21140"/>
                    <a:pt x="4096420" y="37518"/>
                    <a:pt x="4106646" y="54070"/>
                  </a:cubicBezTo>
                  <a:lnTo>
                    <a:pt x="4136804" y="104160"/>
                  </a:lnTo>
                  <a:cubicBezTo>
                    <a:pt x="4176234" y="171410"/>
                    <a:pt x="4213413" y="239959"/>
                    <a:pt x="4246950" y="310241"/>
                  </a:cubicBezTo>
                  <a:cubicBezTo>
                    <a:pt x="4314200" y="450805"/>
                    <a:pt x="4366023" y="598737"/>
                    <a:pt x="4397741" y="750480"/>
                  </a:cubicBezTo>
                  <a:cubicBezTo>
                    <a:pt x="4413514" y="826396"/>
                    <a:pt x="4424520" y="902917"/>
                    <a:pt x="4433098" y="979526"/>
                  </a:cubicBezTo>
                  <a:cubicBezTo>
                    <a:pt x="4441851" y="1056048"/>
                    <a:pt x="4448872" y="1132484"/>
                    <a:pt x="4456064" y="1208745"/>
                  </a:cubicBezTo>
                  <a:cubicBezTo>
                    <a:pt x="4462910" y="1285094"/>
                    <a:pt x="4468976" y="1361442"/>
                    <a:pt x="4474350" y="1437964"/>
                  </a:cubicBezTo>
                  <a:lnTo>
                    <a:pt x="4478075" y="1495420"/>
                  </a:lnTo>
                  <a:cubicBezTo>
                    <a:pt x="4478769" y="1504867"/>
                    <a:pt x="4479203" y="1515005"/>
                    <a:pt x="4479722" y="1524971"/>
                  </a:cubicBezTo>
                  <a:cubicBezTo>
                    <a:pt x="4480243" y="1534938"/>
                    <a:pt x="4480762" y="1544991"/>
                    <a:pt x="4480936" y="1555043"/>
                  </a:cubicBezTo>
                  <a:cubicBezTo>
                    <a:pt x="4482236" y="1595167"/>
                    <a:pt x="4481802" y="1635638"/>
                    <a:pt x="4479288" y="1676195"/>
                  </a:cubicBezTo>
                  <a:cubicBezTo>
                    <a:pt x="4469929" y="1838512"/>
                    <a:pt x="4426339" y="2002042"/>
                    <a:pt x="4355883" y="2152052"/>
                  </a:cubicBezTo>
                  <a:cubicBezTo>
                    <a:pt x="4285601" y="2302496"/>
                    <a:pt x="4188714" y="2437514"/>
                    <a:pt x="4081600" y="2556153"/>
                  </a:cubicBezTo>
                  <a:cubicBezTo>
                    <a:pt x="4028043" y="2615690"/>
                    <a:pt x="3971801" y="2671500"/>
                    <a:pt x="3914431" y="2724623"/>
                  </a:cubicBezTo>
                  <a:cubicBezTo>
                    <a:pt x="3857061" y="2777747"/>
                    <a:pt x="3798911" y="2828876"/>
                    <a:pt x="3740156" y="2877753"/>
                  </a:cubicBezTo>
                  <a:cubicBezTo>
                    <a:pt x="3622902" y="2975940"/>
                    <a:pt x="3503050" y="3065461"/>
                    <a:pt x="3386143" y="3153683"/>
                  </a:cubicBezTo>
                  <a:lnTo>
                    <a:pt x="3297056" y="3221018"/>
                  </a:lnTo>
                  <a:cubicBezTo>
                    <a:pt x="3266898" y="3243636"/>
                    <a:pt x="3236480" y="3266429"/>
                    <a:pt x="3205542" y="3288787"/>
                  </a:cubicBezTo>
                  <a:cubicBezTo>
                    <a:pt x="3174691" y="3311233"/>
                    <a:pt x="3143492" y="3333591"/>
                    <a:pt x="3111775" y="3355690"/>
                  </a:cubicBezTo>
                  <a:cubicBezTo>
                    <a:pt x="3079970" y="3377615"/>
                    <a:pt x="3047905" y="3399367"/>
                    <a:pt x="3015060" y="3420685"/>
                  </a:cubicBezTo>
                  <a:cubicBezTo>
                    <a:pt x="2949718" y="3463410"/>
                    <a:pt x="2882296" y="3504834"/>
                    <a:pt x="2812014" y="3542705"/>
                  </a:cubicBezTo>
                  <a:cubicBezTo>
                    <a:pt x="2741818" y="3580750"/>
                    <a:pt x="2669196" y="3616108"/>
                    <a:pt x="2593627" y="3646439"/>
                  </a:cubicBezTo>
                  <a:cubicBezTo>
                    <a:pt x="2443183" y="3707968"/>
                    <a:pt x="2281560" y="3749478"/>
                    <a:pt x="2118377" y="3765771"/>
                  </a:cubicBezTo>
                  <a:cubicBezTo>
                    <a:pt x="2077559" y="3769671"/>
                    <a:pt x="2036742" y="3772618"/>
                    <a:pt x="1996011" y="3773484"/>
                  </a:cubicBezTo>
                  <a:lnTo>
                    <a:pt x="1965420" y="3774177"/>
                  </a:lnTo>
                  <a:cubicBezTo>
                    <a:pt x="1955280" y="3774264"/>
                    <a:pt x="1945054" y="3774003"/>
                    <a:pt x="1934915" y="3774003"/>
                  </a:cubicBezTo>
                  <a:lnTo>
                    <a:pt x="1904497" y="3773658"/>
                  </a:lnTo>
                  <a:lnTo>
                    <a:pt x="1874945" y="3772531"/>
                  </a:lnTo>
                  <a:cubicBezTo>
                    <a:pt x="1796257" y="3770017"/>
                    <a:pt x="1717395" y="3763778"/>
                    <a:pt x="1638881" y="3753725"/>
                  </a:cubicBezTo>
                  <a:cubicBezTo>
                    <a:pt x="1560279" y="3744192"/>
                    <a:pt x="1481850" y="3730500"/>
                    <a:pt x="1404288" y="3712301"/>
                  </a:cubicBezTo>
                  <a:cubicBezTo>
                    <a:pt x="1326813" y="3693928"/>
                    <a:pt x="1249944" y="3672177"/>
                    <a:pt x="1173856" y="3647392"/>
                  </a:cubicBezTo>
                  <a:cubicBezTo>
                    <a:pt x="1021938" y="3597388"/>
                    <a:pt x="871755" y="3535165"/>
                    <a:pt x="732751" y="3452230"/>
                  </a:cubicBezTo>
                  <a:cubicBezTo>
                    <a:pt x="593659" y="3369470"/>
                    <a:pt x="469474" y="3264522"/>
                    <a:pt x="360973" y="3148396"/>
                  </a:cubicBezTo>
                  <a:cubicBezTo>
                    <a:pt x="306463" y="3090420"/>
                    <a:pt x="256893" y="3028718"/>
                    <a:pt x="210269" y="2965542"/>
                  </a:cubicBezTo>
                  <a:cubicBezTo>
                    <a:pt x="163905" y="2902105"/>
                    <a:pt x="119795" y="2837716"/>
                    <a:pt x="78631" y="2771940"/>
                  </a:cubicBezTo>
                  <a:cubicBezTo>
                    <a:pt x="68059" y="2755648"/>
                    <a:pt x="58093" y="2739095"/>
                    <a:pt x="47866" y="2722630"/>
                  </a:cubicBezTo>
                  <a:lnTo>
                    <a:pt x="18488" y="2674792"/>
                  </a:lnTo>
                  <a:lnTo>
                    <a:pt x="0" y="2645223"/>
                  </a:lnTo>
                  <a:lnTo>
                    <a:pt x="0" y="2227021"/>
                  </a:lnTo>
                  <a:lnTo>
                    <a:pt x="25421" y="2260119"/>
                  </a:lnTo>
                  <a:cubicBezTo>
                    <a:pt x="71871" y="2316968"/>
                    <a:pt x="120401" y="2373818"/>
                    <a:pt x="167979" y="2432922"/>
                  </a:cubicBezTo>
                  <a:cubicBezTo>
                    <a:pt x="191810" y="2462385"/>
                    <a:pt x="215382" y="2492545"/>
                    <a:pt x="238868" y="2523135"/>
                  </a:cubicBezTo>
                  <a:lnTo>
                    <a:pt x="272926" y="2567420"/>
                  </a:lnTo>
                  <a:cubicBezTo>
                    <a:pt x="284104" y="2581545"/>
                    <a:pt x="294765" y="2596017"/>
                    <a:pt x="306290" y="2609797"/>
                  </a:cubicBezTo>
                  <a:cubicBezTo>
                    <a:pt x="396245" y="2721936"/>
                    <a:pt x="493826" y="2825149"/>
                    <a:pt x="592966" y="2922991"/>
                  </a:cubicBezTo>
                  <a:cubicBezTo>
                    <a:pt x="642796" y="2971695"/>
                    <a:pt x="693493" y="3018751"/>
                    <a:pt x="745402" y="3063902"/>
                  </a:cubicBezTo>
                  <a:cubicBezTo>
                    <a:pt x="797312" y="3109052"/>
                    <a:pt x="850176" y="3152729"/>
                    <a:pt x="905033" y="3193806"/>
                  </a:cubicBezTo>
                  <a:cubicBezTo>
                    <a:pt x="1014313" y="3276135"/>
                    <a:pt x="1132171" y="3349710"/>
                    <a:pt x="1261644" y="3399280"/>
                  </a:cubicBezTo>
                  <a:cubicBezTo>
                    <a:pt x="1326206" y="3424066"/>
                    <a:pt x="1393108" y="3443044"/>
                    <a:pt x="1461138" y="3457343"/>
                  </a:cubicBezTo>
                  <a:cubicBezTo>
                    <a:pt x="1478210" y="3460723"/>
                    <a:pt x="1495109" y="3464623"/>
                    <a:pt x="1512268" y="3467570"/>
                  </a:cubicBezTo>
                  <a:lnTo>
                    <a:pt x="1563832" y="3476149"/>
                  </a:lnTo>
                  <a:cubicBezTo>
                    <a:pt x="1598409" y="3480742"/>
                    <a:pt x="1632988" y="3485595"/>
                    <a:pt x="1667912" y="3488455"/>
                  </a:cubicBezTo>
                  <a:cubicBezTo>
                    <a:pt x="1685330" y="3490101"/>
                    <a:pt x="1702749" y="3491661"/>
                    <a:pt x="1720255" y="3492441"/>
                  </a:cubicBezTo>
                  <a:cubicBezTo>
                    <a:pt x="1737760" y="3493309"/>
                    <a:pt x="1755180" y="3494695"/>
                    <a:pt x="1772771" y="3495215"/>
                  </a:cubicBezTo>
                  <a:lnTo>
                    <a:pt x="1825462" y="3496428"/>
                  </a:lnTo>
                  <a:cubicBezTo>
                    <a:pt x="1842968" y="3496862"/>
                    <a:pt x="1860646" y="3496254"/>
                    <a:pt x="1878238" y="3496167"/>
                  </a:cubicBezTo>
                  <a:lnTo>
                    <a:pt x="1904671" y="3495907"/>
                  </a:lnTo>
                  <a:cubicBezTo>
                    <a:pt x="1913250" y="3495648"/>
                    <a:pt x="1921656" y="3495128"/>
                    <a:pt x="1930149" y="3494782"/>
                  </a:cubicBezTo>
                  <a:cubicBezTo>
                    <a:pt x="1938642" y="3494348"/>
                    <a:pt x="1947135" y="3494088"/>
                    <a:pt x="1955541" y="3493482"/>
                  </a:cubicBezTo>
                  <a:lnTo>
                    <a:pt x="1980846" y="3491401"/>
                  </a:lnTo>
                  <a:cubicBezTo>
                    <a:pt x="2014556" y="3488716"/>
                    <a:pt x="2048009" y="3484208"/>
                    <a:pt x="2081199" y="3479010"/>
                  </a:cubicBezTo>
                  <a:cubicBezTo>
                    <a:pt x="2214051" y="3456996"/>
                    <a:pt x="2341789" y="3413926"/>
                    <a:pt x="2463462" y="3353524"/>
                  </a:cubicBezTo>
                  <a:cubicBezTo>
                    <a:pt x="2585568" y="3293814"/>
                    <a:pt x="2701781" y="3217378"/>
                    <a:pt x="2816606" y="3133490"/>
                  </a:cubicBezTo>
                  <a:cubicBezTo>
                    <a:pt x="2845291" y="3112605"/>
                    <a:pt x="2873803" y="3090853"/>
                    <a:pt x="2902227" y="3068842"/>
                  </a:cubicBezTo>
                  <a:cubicBezTo>
                    <a:pt x="2930826" y="3046917"/>
                    <a:pt x="2959337" y="3024644"/>
                    <a:pt x="2987849" y="3002026"/>
                  </a:cubicBezTo>
                  <a:lnTo>
                    <a:pt x="3161258" y="2863368"/>
                  </a:lnTo>
                  <a:cubicBezTo>
                    <a:pt x="3280244" y="2768994"/>
                    <a:pt x="3400357" y="2681119"/>
                    <a:pt x="3517696" y="2594978"/>
                  </a:cubicBezTo>
                  <a:cubicBezTo>
                    <a:pt x="3634949" y="2508836"/>
                    <a:pt x="3747781" y="2421829"/>
                    <a:pt x="3849781" y="2328061"/>
                  </a:cubicBezTo>
                  <a:cubicBezTo>
                    <a:pt x="3951782" y="2234467"/>
                    <a:pt x="4043903" y="2134719"/>
                    <a:pt x="4115313" y="2022147"/>
                  </a:cubicBezTo>
                  <a:cubicBezTo>
                    <a:pt x="4151016" y="1965904"/>
                    <a:pt x="4181521" y="1906627"/>
                    <a:pt x="4205786" y="1844318"/>
                  </a:cubicBezTo>
                  <a:cubicBezTo>
                    <a:pt x="4230225" y="1782095"/>
                    <a:pt x="4247817" y="1716926"/>
                    <a:pt x="4260902" y="1650024"/>
                  </a:cubicBezTo>
                  <a:cubicBezTo>
                    <a:pt x="4267402" y="1616572"/>
                    <a:pt x="4272602" y="1582515"/>
                    <a:pt x="4276155" y="1548110"/>
                  </a:cubicBezTo>
                  <a:cubicBezTo>
                    <a:pt x="4277195" y="1539531"/>
                    <a:pt x="4277889" y="1530864"/>
                    <a:pt x="4278669" y="1522285"/>
                  </a:cubicBezTo>
                  <a:cubicBezTo>
                    <a:pt x="4279361" y="1513618"/>
                    <a:pt x="4280229" y="1505126"/>
                    <a:pt x="4280575" y="1495940"/>
                  </a:cubicBezTo>
                  <a:lnTo>
                    <a:pt x="4283348" y="1441517"/>
                  </a:lnTo>
                  <a:cubicBezTo>
                    <a:pt x="4285861" y="1368895"/>
                    <a:pt x="4284301" y="1296186"/>
                    <a:pt x="4278582" y="1223910"/>
                  </a:cubicBezTo>
                  <a:cubicBezTo>
                    <a:pt x="4273036" y="1151549"/>
                    <a:pt x="4262376" y="1079793"/>
                    <a:pt x="4247990" y="1008990"/>
                  </a:cubicBezTo>
                  <a:cubicBezTo>
                    <a:pt x="4233431" y="938189"/>
                    <a:pt x="4215232" y="868339"/>
                    <a:pt x="4196080" y="799270"/>
                  </a:cubicBezTo>
                  <a:cubicBezTo>
                    <a:pt x="4157862" y="661046"/>
                    <a:pt x="4115658" y="524642"/>
                    <a:pt x="4062015" y="392396"/>
                  </a:cubicBezTo>
                  <a:cubicBezTo>
                    <a:pt x="4035151" y="326360"/>
                    <a:pt x="4005165" y="261537"/>
                    <a:pt x="3970675" y="199228"/>
                  </a:cubicBezTo>
                  <a:cubicBezTo>
                    <a:pt x="3962269" y="183543"/>
                    <a:pt x="3952995" y="168290"/>
                    <a:pt x="3944070" y="152951"/>
                  </a:cubicBezTo>
                  <a:cubicBezTo>
                    <a:pt x="3934883" y="137699"/>
                    <a:pt x="3925350" y="122706"/>
                    <a:pt x="3916078" y="107540"/>
                  </a:cubicBezTo>
                  <a:lnTo>
                    <a:pt x="3886439" y="63170"/>
                  </a:lnTo>
                  <a:lnTo>
                    <a:pt x="3855502" y="19753"/>
                  </a:lnTo>
                  <a:close/>
                  <a:moveTo>
                    <a:pt x="143864" y="0"/>
                  </a:moveTo>
                  <a:lnTo>
                    <a:pt x="437641" y="0"/>
                  </a:lnTo>
                  <a:lnTo>
                    <a:pt x="429955" y="6407"/>
                  </a:lnTo>
                  <a:cubicBezTo>
                    <a:pt x="323796" y="102687"/>
                    <a:pt x="225436" y="207721"/>
                    <a:pt x="137300" y="320554"/>
                  </a:cubicBezTo>
                  <a:cubicBezTo>
                    <a:pt x="93146" y="376884"/>
                    <a:pt x="51592" y="435250"/>
                    <a:pt x="12931" y="495447"/>
                  </a:cubicBezTo>
                  <a:lnTo>
                    <a:pt x="0" y="517906"/>
                  </a:lnTo>
                  <a:lnTo>
                    <a:pt x="0" y="176135"/>
                  </a:lnTo>
                  <a:lnTo>
                    <a:pt x="125001" y="198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5A22C1F-1C9F-4DFC-AD2E-4BF0D7713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642" y="0"/>
              <a:ext cx="4452858" cy="3729027"/>
            </a:xfrm>
            <a:custGeom>
              <a:avLst/>
              <a:gdLst>
                <a:gd name="connsiteX0" fmla="*/ 3491469 w 4452858"/>
                <a:gd name="connsiteY0" fmla="*/ 0 h 3729027"/>
                <a:gd name="connsiteX1" fmla="*/ 4038310 w 4452858"/>
                <a:gd name="connsiteY1" fmla="*/ 0 h 3729027"/>
                <a:gd name="connsiteX2" fmla="*/ 4126393 w 4452858"/>
                <a:gd name="connsiteY2" fmla="*/ 144253 h 3729027"/>
                <a:gd name="connsiteX3" fmla="*/ 4452858 w 4452858"/>
                <a:gd name="connsiteY3" fmla="*/ 1509806 h 3729027"/>
                <a:gd name="connsiteX4" fmla="*/ 3318809 w 4452858"/>
                <a:gd name="connsiteY4" fmla="*/ 3104286 h 3729027"/>
                <a:gd name="connsiteX5" fmla="*/ 1929716 w 4452858"/>
                <a:gd name="connsiteY5" fmla="*/ 3729027 h 3729027"/>
                <a:gd name="connsiteX6" fmla="*/ 92844 w 4452858"/>
                <a:gd name="connsiteY6" fmla="*/ 2672799 h 3729027"/>
                <a:gd name="connsiteX7" fmla="*/ 0 w 4452858"/>
                <a:gd name="connsiteY7" fmla="*/ 2540909 h 3729027"/>
                <a:gd name="connsiteX8" fmla="*/ 0 w 4452858"/>
                <a:gd name="connsiteY8" fmla="*/ 1684718 h 3729027"/>
                <a:gd name="connsiteX9" fmla="*/ 380 w 4452858"/>
                <a:gd name="connsiteY9" fmla="*/ 1686965 h 3729027"/>
                <a:gd name="connsiteX10" fmla="*/ 293898 w 4452858"/>
                <a:gd name="connsiteY10" fmla="*/ 2207948 h 3729027"/>
                <a:gd name="connsiteX11" fmla="*/ 451448 w 4452858"/>
                <a:gd name="connsiteY11" fmla="*/ 2429541 h 3729027"/>
                <a:gd name="connsiteX12" fmla="*/ 1929803 w 4452858"/>
                <a:gd name="connsiteY12" fmla="*/ 3295720 h 3729027"/>
                <a:gd name="connsiteX13" fmla="*/ 3052066 w 4452858"/>
                <a:gd name="connsiteY13" fmla="*/ 2762840 h 3729027"/>
                <a:gd name="connsiteX14" fmla="*/ 3188643 w 4452858"/>
                <a:gd name="connsiteY14" fmla="*/ 2657026 h 3729027"/>
                <a:gd name="connsiteX15" fmla="*/ 3809831 w 4452858"/>
                <a:gd name="connsiteY15" fmla="*/ 2103868 h 3729027"/>
                <a:gd name="connsiteX16" fmla="*/ 4019638 w 4452858"/>
                <a:gd name="connsiteY16" fmla="*/ 1509806 h 3729027"/>
                <a:gd name="connsiteX17" fmla="*/ 3548634 w 4452858"/>
                <a:gd name="connsiteY17" fmla="*/ 61263 h 3729027"/>
                <a:gd name="connsiteX18" fmla="*/ 185138 w 4452858"/>
                <a:gd name="connsiteY18" fmla="*/ 0 h 3729027"/>
                <a:gd name="connsiteX19" fmla="*/ 834013 w 4452858"/>
                <a:gd name="connsiteY19" fmla="*/ 0 h 3729027"/>
                <a:gd name="connsiteX20" fmla="*/ 691153 w 4452858"/>
                <a:gd name="connsiteY20" fmla="*/ 111873 h 3729027"/>
                <a:gd name="connsiteX21" fmla="*/ 170145 w 4452858"/>
                <a:gd name="connsiteY21" fmla="*/ 757933 h 3729027"/>
                <a:gd name="connsiteX22" fmla="*/ 28693 w 4452858"/>
                <a:gd name="connsiteY22" fmla="*/ 1128897 h 3729027"/>
                <a:gd name="connsiteX23" fmla="*/ 0 w 4452858"/>
                <a:gd name="connsiteY23" fmla="*/ 1281783 h 3729027"/>
                <a:gd name="connsiteX24" fmla="*/ 0 w 4452858"/>
                <a:gd name="connsiteY24" fmla="*/ 222263 h 3729027"/>
                <a:gd name="connsiteX25" fmla="*/ 56950 w 4452858"/>
                <a:gd name="connsiteY25" fmla="*/ 144253 h 372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52858" h="3729027">
                  <a:moveTo>
                    <a:pt x="3491469" y="0"/>
                  </a:moveTo>
                  <a:lnTo>
                    <a:pt x="4038310" y="0"/>
                  </a:lnTo>
                  <a:lnTo>
                    <a:pt x="4126393" y="144253"/>
                  </a:lnTo>
                  <a:cubicBezTo>
                    <a:pt x="4339509" y="534059"/>
                    <a:pt x="4452858" y="1003975"/>
                    <a:pt x="4452858" y="1509806"/>
                  </a:cubicBezTo>
                  <a:cubicBezTo>
                    <a:pt x="4452858" y="2290190"/>
                    <a:pt x="3890946" y="2657200"/>
                    <a:pt x="3318809" y="3104286"/>
                  </a:cubicBezTo>
                  <a:cubicBezTo>
                    <a:pt x="2902054" y="3429958"/>
                    <a:pt x="2500553" y="3729027"/>
                    <a:pt x="1929716" y="3729027"/>
                  </a:cubicBezTo>
                  <a:cubicBezTo>
                    <a:pt x="1083208" y="3729027"/>
                    <a:pt x="533602" y="3322499"/>
                    <a:pt x="92844" y="2672799"/>
                  </a:cubicBezTo>
                  <a:lnTo>
                    <a:pt x="0" y="2540909"/>
                  </a:lnTo>
                  <a:lnTo>
                    <a:pt x="0" y="1684718"/>
                  </a:lnTo>
                  <a:lnTo>
                    <a:pt x="380" y="1686965"/>
                  </a:lnTo>
                  <a:cubicBezTo>
                    <a:pt x="38821" y="1851705"/>
                    <a:pt x="135502" y="1990731"/>
                    <a:pt x="293898" y="2207948"/>
                  </a:cubicBezTo>
                  <a:cubicBezTo>
                    <a:pt x="344854" y="2277797"/>
                    <a:pt x="397545" y="2350072"/>
                    <a:pt x="451448" y="2429541"/>
                  </a:cubicBezTo>
                  <a:cubicBezTo>
                    <a:pt x="863349" y="3036689"/>
                    <a:pt x="1305494" y="3295720"/>
                    <a:pt x="1929803" y="3295720"/>
                  </a:cubicBezTo>
                  <a:cubicBezTo>
                    <a:pt x="2339537" y="3295720"/>
                    <a:pt x="2640164" y="3084700"/>
                    <a:pt x="3052066" y="2762840"/>
                  </a:cubicBezTo>
                  <a:cubicBezTo>
                    <a:pt x="3098083" y="2726876"/>
                    <a:pt x="3144100" y="2691345"/>
                    <a:pt x="3188643" y="2657026"/>
                  </a:cubicBezTo>
                  <a:cubicBezTo>
                    <a:pt x="3430081" y="2470792"/>
                    <a:pt x="3658087" y="2294870"/>
                    <a:pt x="3809831" y="2103868"/>
                  </a:cubicBezTo>
                  <a:cubicBezTo>
                    <a:pt x="3954901" y="1921273"/>
                    <a:pt x="4019638" y="1738071"/>
                    <a:pt x="4019638" y="1509806"/>
                  </a:cubicBezTo>
                  <a:cubicBezTo>
                    <a:pt x="4019638" y="937667"/>
                    <a:pt x="3852382" y="423246"/>
                    <a:pt x="3548634" y="61263"/>
                  </a:cubicBezTo>
                  <a:close/>
                  <a:moveTo>
                    <a:pt x="185138" y="0"/>
                  </a:moveTo>
                  <a:lnTo>
                    <a:pt x="834013" y="0"/>
                  </a:lnTo>
                  <a:lnTo>
                    <a:pt x="691153" y="111873"/>
                  </a:lnTo>
                  <a:cubicBezTo>
                    <a:pt x="468086" y="302962"/>
                    <a:pt x="292771" y="520394"/>
                    <a:pt x="170145" y="757933"/>
                  </a:cubicBezTo>
                  <a:cubicBezTo>
                    <a:pt x="107489" y="879345"/>
                    <a:pt x="60259" y="1003292"/>
                    <a:pt x="28693" y="1128897"/>
                  </a:cubicBezTo>
                  <a:lnTo>
                    <a:pt x="0" y="1281783"/>
                  </a:lnTo>
                  <a:lnTo>
                    <a:pt x="0" y="222263"/>
                  </a:lnTo>
                  <a:lnTo>
                    <a:pt x="56950" y="144253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4BBFF0F-32AB-4101-8F9E-5FB2BDAD4C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642" y="0"/>
              <a:ext cx="4452858" cy="3729027"/>
            </a:xfrm>
            <a:custGeom>
              <a:avLst/>
              <a:gdLst>
                <a:gd name="connsiteX0" fmla="*/ 185138 w 4452858"/>
                <a:gd name="connsiteY0" fmla="*/ 0 h 3729027"/>
                <a:gd name="connsiteX1" fmla="*/ 986505 w 4452858"/>
                <a:gd name="connsiteY1" fmla="*/ 0 h 3729027"/>
                <a:gd name="connsiteX2" fmla="*/ 913397 w 4452858"/>
                <a:gd name="connsiteY2" fmla="*/ 47750 h 3729027"/>
                <a:gd name="connsiteX3" fmla="*/ 747482 w 4452858"/>
                <a:gd name="connsiteY3" fmla="*/ 177649 h 3729027"/>
                <a:gd name="connsiteX4" fmla="*/ 247101 w 4452858"/>
                <a:gd name="connsiteY4" fmla="*/ 797624 h 3729027"/>
                <a:gd name="connsiteX5" fmla="*/ 67798 w 4452858"/>
                <a:gd name="connsiteY5" fmla="*/ 1509806 h 3729027"/>
                <a:gd name="connsiteX6" fmla="*/ 363833 w 4452858"/>
                <a:gd name="connsiteY6" fmla="*/ 2156904 h 3729027"/>
                <a:gd name="connsiteX7" fmla="*/ 523117 w 4452858"/>
                <a:gd name="connsiteY7" fmla="*/ 2380924 h 3729027"/>
                <a:gd name="connsiteX8" fmla="*/ 1130785 w 4452858"/>
                <a:gd name="connsiteY8" fmla="*/ 3001246 h 3729027"/>
                <a:gd name="connsiteX9" fmla="*/ 1929716 w 4452858"/>
                <a:gd name="connsiteY9" fmla="*/ 3209058 h 3729027"/>
                <a:gd name="connsiteX10" fmla="*/ 2443616 w 4452858"/>
                <a:gd name="connsiteY10" fmla="*/ 3076727 h 3729027"/>
                <a:gd name="connsiteX11" fmla="*/ 2998596 w 4452858"/>
                <a:gd name="connsiteY11" fmla="*/ 2694637 h 3729027"/>
                <a:gd name="connsiteX12" fmla="*/ 3135607 w 4452858"/>
                <a:gd name="connsiteY12" fmla="*/ 2588478 h 3729027"/>
                <a:gd name="connsiteX13" fmla="*/ 3741889 w 4452858"/>
                <a:gd name="connsiteY13" fmla="*/ 2049965 h 3729027"/>
                <a:gd name="connsiteX14" fmla="*/ 3932891 w 4452858"/>
                <a:gd name="connsiteY14" fmla="*/ 1509806 h 3729027"/>
                <a:gd name="connsiteX15" fmla="*/ 3482165 w 4452858"/>
                <a:gd name="connsiteY15" fmla="*/ 116986 h 3729027"/>
                <a:gd name="connsiteX16" fmla="*/ 3373043 w 4452858"/>
                <a:gd name="connsiteY16" fmla="*/ 0 h 3729027"/>
                <a:gd name="connsiteX17" fmla="*/ 4038310 w 4452858"/>
                <a:gd name="connsiteY17" fmla="*/ 0 h 3729027"/>
                <a:gd name="connsiteX18" fmla="*/ 4126393 w 4452858"/>
                <a:gd name="connsiteY18" fmla="*/ 144253 h 3729027"/>
                <a:gd name="connsiteX19" fmla="*/ 4452858 w 4452858"/>
                <a:gd name="connsiteY19" fmla="*/ 1509806 h 3729027"/>
                <a:gd name="connsiteX20" fmla="*/ 3318809 w 4452858"/>
                <a:gd name="connsiteY20" fmla="*/ 3104286 h 3729027"/>
                <a:gd name="connsiteX21" fmla="*/ 1929716 w 4452858"/>
                <a:gd name="connsiteY21" fmla="*/ 3729027 h 3729027"/>
                <a:gd name="connsiteX22" fmla="*/ 92844 w 4452858"/>
                <a:gd name="connsiteY22" fmla="*/ 2672799 h 3729027"/>
                <a:gd name="connsiteX23" fmla="*/ 0 w 4452858"/>
                <a:gd name="connsiteY23" fmla="*/ 2540909 h 3729027"/>
                <a:gd name="connsiteX24" fmla="*/ 0 w 4452858"/>
                <a:gd name="connsiteY24" fmla="*/ 222263 h 3729027"/>
                <a:gd name="connsiteX25" fmla="*/ 56950 w 4452858"/>
                <a:gd name="connsiteY25" fmla="*/ 144253 h 372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52858" h="3729027">
                  <a:moveTo>
                    <a:pt x="185138" y="0"/>
                  </a:moveTo>
                  <a:lnTo>
                    <a:pt x="986505" y="0"/>
                  </a:lnTo>
                  <a:lnTo>
                    <a:pt x="913397" y="47750"/>
                  </a:lnTo>
                  <a:cubicBezTo>
                    <a:pt x="855880" y="88897"/>
                    <a:pt x="800433" y="132282"/>
                    <a:pt x="747482" y="177649"/>
                  </a:cubicBezTo>
                  <a:cubicBezTo>
                    <a:pt x="535943" y="358858"/>
                    <a:pt x="362967" y="573258"/>
                    <a:pt x="247101" y="797624"/>
                  </a:cubicBezTo>
                  <a:cubicBezTo>
                    <a:pt x="128115" y="1028056"/>
                    <a:pt x="67798" y="1267673"/>
                    <a:pt x="67798" y="1509806"/>
                  </a:cubicBezTo>
                  <a:cubicBezTo>
                    <a:pt x="67798" y="1741191"/>
                    <a:pt x="158533" y="1875430"/>
                    <a:pt x="363833" y="2156904"/>
                  </a:cubicBezTo>
                  <a:cubicBezTo>
                    <a:pt x="415223" y="2227360"/>
                    <a:pt x="468346" y="2300242"/>
                    <a:pt x="523117" y="2380924"/>
                  </a:cubicBezTo>
                  <a:cubicBezTo>
                    <a:pt x="716804" y="2666387"/>
                    <a:pt x="915519" y="2869346"/>
                    <a:pt x="1130785" y="3001246"/>
                  </a:cubicBezTo>
                  <a:cubicBezTo>
                    <a:pt x="1358964" y="3141116"/>
                    <a:pt x="1620335" y="3209058"/>
                    <a:pt x="1929716" y="3209058"/>
                  </a:cubicBezTo>
                  <a:cubicBezTo>
                    <a:pt x="2105291" y="3209058"/>
                    <a:pt x="2268560" y="3167028"/>
                    <a:pt x="2443616" y="3076727"/>
                  </a:cubicBezTo>
                  <a:cubicBezTo>
                    <a:pt x="2623352" y="2984000"/>
                    <a:pt x="2801267" y="2848808"/>
                    <a:pt x="2998596" y="2694637"/>
                  </a:cubicBezTo>
                  <a:cubicBezTo>
                    <a:pt x="3044873" y="2658500"/>
                    <a:pt x="3090975" y="2622883"/>
                    <a:pt x="3135607" y="2588478"/>
                  </a:cubicBezTo>
                  <a:cubicBezTo>
                    <a:pt x="3372711" y="2405536"/>
                    <a:pt x="3596645" y="2232733"/>
                    <a:pt x="3741889" y="2049965"/>
                  </a:cubicBezTo>
                  <a:cubicBezTo>
                    <a:pt x="3875781" y="1881496"/>
                    <a:pt x="3932891" y="1719959"/>
                    <a:pt x="3932891" y="1509806"/>
                  </a:cubicBezTo>
                  <a:cubicBezTo>
                    <a:pt x="3932891" y="958034"/>
                    <a:pt x="3772827" y="463371"/>
                    <a:pt x="3482165" y="116986"/>
                  </a:cubicBezTo>
                  <a:lnTo>
                    <a:pt x="3373043" y="0"/>
                  </a:lnTo>
                  <a:lnTo>
                    <a:pt x="4038310" y="0"/>
                  </a:lnTo>
                  <a:lnTo>
                    <a:pt x="4126393" y="144253"/>
                  </a:lnTo>
                  <a:cubicBezTo>
                    <a:pt x="4339509" y="534059"/>
                    <a:pt x="4452858" y="1003975"/>
                    <a:pt x="4452858" y="1509806"/>
                  </a:cubicBezTo>
                  <a:cubicBezTo>
                    <a:pt x="4452858" y="2290190"/>
                    <a:pt x="3890946" y="2657200"/>
                    <a:pt x="3318809" y="3104286"/>
                  </a:cubicBezTo>
                  <a:cubicBezTo>
                    <a:pt x="2902054" y="3429958"/>
                    <a:pt x="2500553" y="3729027"/>
                    <a:pt x="1929716" y="3729027"/>
                  </a:cubicBezTo>
                  <a:cubicBezTo>
                    <a:pt x="1083208" y="3729027"/>
                    <a:pt x="533602" y="3322499"/>
                    <a:pt x="92844" y="2672799"/>
                  </a:cubicBezTo>
                  <a:lnTo>
                    <a:pt x="0" y="2540909"/>
                  </a:lnTo>
                  <a:lnTo>
                    <a:pt x="0" y="222263"/>
                  </a:lnTo>
                  <a:lnTo>
                    <a:pt x="56950" y="144253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18" name="Freeform: Shape 17">
              <a:extLst>
                <a:ext uri="{FF2B5EF4-FFF2-40B4-BE49-F238E27FC236}">
                  <a16:creationId xmlns:a16="http://schemas.microsoft.com/office/drawing/2014/main" id="{3F8E6D8D-90E6-4613-AA16-1E08EDD25E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642" y="0"/>
              <a:ext cx="4656944" cy="4026189"/>
            </a:xfrm>
            <a:custGeom>
              <a:avLst/>
              <a:gdLst>
                <a:gd name="connsiteX0" fmla="*/ 1945140 w 4656944"/>
                <a:gd name="connsiteY0" fmla="*/ 3991264 h 4026189"/>
                <a:gd name="connsiteX1" fmla="*/ 1959526 w 4656944"/>
                <a:gd name="connsiteY1" fmla="*/ 3991438 h 4026189"/>
                <a:gd name="connsiteX2" fmla="*/ 1972179 w 4656944"/>
                <a:gd name="connsiteY2" fmla="*/ 3991351 h 4026189"/>
                <a:gd name="connsiteX3" fmla="*/ 1945140 w 4656944"/>
                <a:gd name="connsiteY3" fmla="*/ 3991264 h 4026189"/>
                <a:gd name="connsiteX4" fmla="*/ 3966403 w 4656944"/>
                <a:gd name="connsiteY4" fmla="*/ 0 h 4026189"/>
                <a:gd name="connsiteX5" fmla="*/ 4231031 w 4656944"/>
                <a:gd name="connsiteY5" fmla="*/ 0 h 4026189"/>
                <a:gd name="connsiteX6" fmla="*/ 4309866 w 4656944"/>
                <a:gd name="connsiteY6" fmla="*/ 126953 h 4026189"/>
                <a:gd name="connsiteX7" fmla="*/ 4656944 w 4656944"/>
                <a:gd name="connsiteY7" fmla="*/ 1425485 h 4026189"/>
                <a:gd name="connsiteX8" fmla="*/ 4452596 w 4656944"/>
                <a:gd name="connsiteY8" fmla="*/ 2437688 h 4026189"/>
                <a:gd name="connsiteX9" fmla="*/ 3895452 w 4656944"/>
                <a:gd name="connsiteY9" fmla="*/ 3264090 h 4026189"/>
                <a:gd name="connsiteX10" fmla="*/ 3069051 w 4656944"/>
                <a:gd name="connsiteY10" fmla="*/ 3821235 h 4026189"/>
                <a:gd name="connsiteX11" fmla="*/ 2057107 w 4656944"/>
                <a:gd name="connsiteY11" fmla="*/ 4025583 h 4026189"/>
                <a:gd name="connsiteX12" fmla="*/ 2036916 w 4656944"/>
                <a:gd name="connsiteY12" fmla="*/ 4025322 h 4026189"/>
                <a:gd name="connsiteX13" fmla="*/ 2027036 w 4656944"/>
                <a:gd name="connsiteY13" fmla="*/ 4025149 h 4026189"/>
                <a:gd name="connsiteX14" fmla="*/ 2005458 w 4656944"/>
                <a:gd name="connsiteY14" fmla="*/ 4025928 h 4026189"/>
                <a:gd name="connsiteX15" fmla="*/ 2004937 w 4656944"/>
                <a:gd name="connsiteY15" fmla="*/ 4025928 h 4026189"/>
                <a:gd name="connsiteX16" fmla="*/ 2004418 w 4656944"/>
                <a:gd name="connsiteY16" fmla="*/ 4025928 h 4026189"/>
                <a:gd name="connsiteX17" fmla="*/ 1972700 w 4656944"/>
                <a:gd name="connsiteY17" fmla="*/ 4026102 h 4026189"/>
                <a:gd name="connsiteX18" fmla="*/ 1959526 w 4656944"/>
                <a:gd name="connsiteY18" fmla="*/ 4026189 h 4026189"/>
                <a:gd name="connsiteX19" fmla="*/ 1919922 w 4656944"/>
                <a:gd name="connsiteY19" fmla="*/ 4025583 h 4026189"/>
                <a:gd name="connsiteX20" fmla="*/ 1908656 w 4656944"/>
                <a:gd name="connsiteY20" fmla="*/ 4025322 h 4026189"/>
                <a:gd name="connsiteX21" fmla="*/ 1799030 w 4656944"/>
                <a:gd name="connsiteY21" fmla="*/ 4020902 h 4026189"/>
                <a:gd name="connsiteX22" fmla="*/ 1782305 w 4656944"/>
                <a:gd name="connsiteY22" fmla="*/ 4020036 h 4026189"/>
                <a:gd name="connsiteX23" fmla="*/ 1781784 w 4656944"/>
                <a:gd name="connsiteY23" fmla="*/ 4020036 h 4026189"/>
                <a:gd name="connsiteX24" fmla="*/ 1781265 w 4656944"/>
                <a:gd name="connsiteY24" fmla="*/ 4019949 h 4026189"/>
                <a:gd name="connsiteX25" fmla="*/ 1765839 w 4656944"/>
                <a:gd name="connsiteY25" fmla="*/ 4018649 h 4026189"/>
                <a:gd name="connsiteX26" fmla="*/ 1655000 w 4656944"/>
                <a:gd name="connsiteY26" fmla="*/ 4007816 h 4026189"/>
                <a:gd name="connsiteX27" fmla="*/ 1402382 w 4656944"/>
                <a:gd name="connsiteY27" fmla="*/ 3964573 h 4026189"/>
                <a:gd name="connsiteX28" fmla="*/ 1154617 w 4656944"/>
                <a:gd name="connsiteY28" fmla="*/ 3889696 h 4026189"/>
                <a:gd name="connsiteX29" fmla="*/ 918639 w 4656944"/>
                <a:gd name="connsiteY29" fmla="*/ 3780850 h 4026189"/>
                <a:gd name="connsiteX30" fmla="*/ 741589 w 4656944"/>
                <a:gd name="connsiteY30" fmla="*/ 3668278 h 4026189"/>
                <a:gd name="connsiteX31" fmla="*/ 103549 w 4656944"/>
                <a:gd name="connsiteY31" fmla="*/ 3140728 h 4026189"/>
                <a:gd name="connsiteX32" fmla="*/ 0 w 4656944"/>
                <a:gd name="connsiteY32" fmla="*/ 3015106 h 4026189"/>
                <a:gd name="connsiteX33" fmla="*/ 0 w 4656944"/>
                <a:gd name="connsiteY33" fmla="*/ 2484097 h 4026189"/>
                <a:gd name="connsiteX34" fmla="*/ 17188 w 4656944"/>
                <a:gd name="connsiteY34" fmla="*/ 2506324 h 4026189"/>
                <a:gd name="connsiteX35" fmla="*/ 75252 w 4656944"/>
                <a:gd name="connsiteY35" fmla="*/ 2580765 h 4026189"/>
                <a:gd name="connsiteX36" fmla="*/ 148653 w 4656944"/>
                <a:gd name="connsiteY36" fmla="*/ 2676699 h 4026189"/>
                <a:gd name="connsiteX37" fmla="*/ 186177 w 4656944"/>
                <a:gd name="connsiteY37" fmla="*/ 2727656 h 4026189"/>
                <a:gd name="connsiteX38" fmla="*/ 219802 w 4656944"/>
                <a:gd name="connsiteY38" fmla="*/ 2773414 h 4026189"/>
                <a:gd name="connsiteX39" fmla="*/ 219975 w 4656944"/>
                <a:gd name="connsiteY39" fmla="*/ 2773586 h 4026189"/>
                <a:gd name="connsiteX40" fmla="*/ 220149 w 4656944"/>
                <a:gd name="connsiteY40" fmla="*/ 2773760 h 4026189"/>
                <a:gd name="connsiteX41" fmla="*/ 278992 w 4656944"/>
                <a:gd name="connsiteY41" fmla="*/ 2851322 h 4026189"/>
                <a:gd name="connsiteX42" fmla="*/ 290344 w 4656944"/>
                <a:gd name="connsiteY42" fmla="*/ 2865967 h 4026189"/>
                <a:gd name="connsiteX43" fmla="*/ 296065 w 4656944"/>
                <a:gd name="connsiteY43" fmla="*/ 2873075 h 4026189"/>
                <a:gd name="connsiteX44" fmla="*/ 363834 w 4656944"/>
                <a:gd name="connsiteY44" fmla="*/ 2955229 h 4026189"/>
                <a:gd name="connsiteX45" fmla="*/ 519304 w 4656944"/>
                <a:gd name="connsiteY45" fmla="*/ 3123178 h 4026189"/>
                <a:gd name="connsiteX46" fmla="*/ 867075 w 4656944"/>
                <a:gd name="connsiteY46" fmla="*/ 3402488 h 4026189"/>
                <a:gd name="connsiteX47" fmla="*/ 1058596 w 4656944"/>
                <a:gd name="connsiteY47" fmla="*/ 3507088 h 4026189"/>
                <a:gd name="connsiteX48" fmla="*/ 1058770 w 4656944"/>
                <a:gd name="connsiteY48" fmla="*/ 3507175 h 4026189"/>
                <a:gd name="connsiteX49" fmla="*/ 1058943 w 4656944"/>
                <a:gd name="connsiteY49" fmla="*/ 3507262 h 4026189"/>
                <a:gd name="connsiteX50" fmla="*/ 1261123 w 4656944"/>
                <a:gd name="connsiteY50" fmla="*/ 3586297 h 4026189"/>
                <a:gd name="connsiteX51" fmla="*/ 1472230 w 4656944"/>
                <a:gd name="connsiteY51" fmla="*/ 3640980 h 4026189"/>
                <a:gd name="connsiteX52" fmla="*/ 1579344 w 4656944"/>
                <a:gd name="connsiteY52" fmla="*/ 3659005 h 4026189"/>
                <a:gd name="connsiteX53" fmla="*/ 1686890 w 4656944"/>
                <a:gd name="connsiteY53" fmla="*/ 3671225 h 4026189"/>
                <a:gd name="connsiteX54" fmla="*/ 1909524 w 4656944"/>
                <a:gd name="connsiteY54" fmla="*/ 3680931 h 4026189"/>
                <a:gd name="connsiteX55" fmla="*/ 1920703 w 4656944"/>
                <a:gd name="connsiteY55" fmla="*/ 3680931 h 4026189"/>
                <a:gd name="connsiteX56" fmla="*/ 1935434 w 4656944"/>
                <a:gd name="connsiteY56" fmla="*/ 3681018 h 4026189"/>
                <a:gd name="connsiteX57" fmla="*/ 1964120 w 4656944"/>
                <a:gd name="connsiteY57" fmla="*/ 3680584 h 4026189"/>
                <a:gd name="connsiteX58" fmla="*/ 1964379 w 4656944"/>
                <a:gd name="connsiteY58" fmla="*/ 3680584 h 4026189"/>
                <a:gd name="connsiteX59" fmla="*/ 1964639 w 4656944"/>
                <a:gd name="connsiteY59" fmla="*/ 3680584 h 4026189"/>
                <a:gd name="connsiteX60" fmla="*/ 1991591 w 4656944"/>
                <a:gd name="connsiteY60" fmla="*/ 3679891 h 4026189"/>
                <a:gd name="connsiteX61" fmla="*/ 2018717 w 4656944"/>
                <a:gd name="connsiteY61" fmla="*/ 3678503 h 4026189"/>
                <a:gd name="connsiteX62" fmla="*/ 2124963 w 4656944"/>
                <a:gd name="connsiteY62" fmla="*/ 3669231 h 4026189"/>
                <a:gd name="connsiteX63" fmla="*/ 2535738 w 4656944"/>
                <a:gd name="connsiteY63" fmla="*/ 3558218 h 4026189"/>
                <a:gd name="connsiteX64" fmla="*/ 2730812 w 4656944"/>
                <a:gd name="connsiteY64" fmla="*/ 3461503 h 4026189"/>
                <a:gd name="connsiteX65" fmla="*/ 2920080 w 4656944"/>
                <a:gd name="connsiteY65" fmla="*/ 3343298 h 4026189"/>
                <a:gd name="connsiteX66" fmla="*/ 3105101 w 4656944"/>
                <a:gd name="connsiteY66" fmla="*/ 3208887 h 4026189"/>
                <a:gd name="connsiteX67" fmla="*/ 3196443 w 4656944"/>
                <a:gd name="connsiteY67" fmla="*/ 3137650 h 4026189"/>
                <a:gd name="connsiteX68" fmla="*/ 3289603 w 4656944"/>
                <a:gd name="connsiteY68" fmla="*/ 3063123 h 4026189"/>
                <a:gd name="connsiteX69" fmla="*/ 3446634 w 4656944"/>
                <a:gd name="connsiteY69" fmla="*/ 2940150 h 4026189"/>
                <a:gd name="connsiteX70" fmla="*/ 3662420 w 4656944"/>
                <a:gd name="connsiteY70" fmla="*/ 2769601 h 4026189"/>
                <a:gd name="connsiteX71" fmla="*/ 3998319 w 4656944"/>
                <a:gd name="connsiteY71" fmla="*/ 2463860 h 4026189"/>
                <a:gd name="connsiteX72" fmla="*/ 4137238 w 4656944"/>
                <a:gd name="connsiteY72" fmla="*/ 2295217 h 4026189"/>
                <a:gd name="connsiteX73" fmla="*/ 4247124 w 4656944"/>
                <a:gd name="connsiteY73" fmla="*/ 2111582 h 4026189"/>
                <a:gd name="connsiteX74" fmla="*/ 4361949 w 4656944"/>
                <a:gd name="connsiteY74" fmla="*/ 1700374 h 4026189"/>
                <a:gd name="connsiteX75" fmla="*/ 4368449 w 4656944"/>
                <a:gd name="connsiteY75" fmla="*/ 1590747 h 4026189"/>
                <a:gd name="connsiteX76" fmla="*/ 4368536 w 4656944"/>
                <a:gd name="connsiteY76" fmla="*/ 1586502 h 4026189"/>
                <a:gd name="connsiteX77" fmla="*/ 4368796 w 4656944"/>
                <a:gd name="connsiteY77" fmla="*/ 1534158 h 4026189"/>
                <a:gd name="connsiteX78" fmla="*/ 4368710 w 4656944"/>
                <a:gd name="connsiteY78" fmla="*/ 1517606 h 4026189"/>
                <a:gd name="connsiteX79" fmla="*/ 4368189 w 4656944"/>
                <a:gd name="connsiteY79" fmla="*/ 1476095 h 4026189"/>
                <a:gd name="connsiteX80" fmla="*/ 4356749 w 4656944"/>
                <a:gd name="connsiteY80" fmla="*/ 1244884 h 4026189"/>
                <a:gd name="connsiteX81" fmla="*/ 4287074 w 4656944"/>
                <a:gd name="connsiteY81" fmla="*/ 787052 h 4026189"/>
                <a:gd name="connsiteX82" fmla="*/ 4147029 w 4656944"/>
                <a:gd name="connsiteY82" fmla="*/ 346032 h 4026189"/>
                <a:gd name="connsiteX83" fmla="*/ 4100319 w 4656944"/>
                <a:gd name="connsiteY83" fmla="*/ 240307 h 4026189"/>
                <a:gd name="connsiteX84" fmla="*/ 4048323 w 4656944"/>
                <a:gd name="connsiteY84" fmla="*/ 136833 h 4026189"/>
                <a:gd name="connsiteX85" fmla="*/ 0 w 4656944"/>
                <a:gd name="connsiteY85" fmla="*/ 0 h 4026189"/>
                <a:gd name="connsiteX86" fmla="*/ 278246 w 4656944"/>
                <a:gd name="connsiteY86" fmla="*/ 0 h 4026189"/>
                <a:gd name="connsiteX87" fmla="*/ 193425 w 4656944"/>
                <a:gd name="connsiteY87" fmla="*/ 86981 h 4026189"/>
                <a:gd name="connsiteX88" fmla="*/ 48300 w 4656944"/>
                <a:gd name="connsiteY88" fmla="*/ 263444 h 4026189"/>
                <a:gd name="connsiteX89" fmla="*/ 0 w 4656944"/>
                <a:gd name="connsiteY89" fmla="*/ 333888 h 4026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4656944" h="4026189">
                  <a:moveTo>
                    <a:pt x="1945140" y="3991264"/>
                  </a:moveTo>
                  <a:cubicBezTo>
                    <a:pt x="1949907" y="3991351"/>
                    <a:pt x="1954673" y="3991438"/>
                    <a:pt x="1959526" y="3991438"/>
                  </a:cubicBezTo>
                  <a:cubicBezTo>
                    <a:pt x="1963686" y="3991438"/>
                    <a:pt x="1967847" y="3991438"/>
                    <a:pt x="1972179" y="3991351"/>
                  </a:cubicBezTo>
                  <a:cubicBezTo>
                    <a:pt x="1962994" y="3991523"/>
                    <a:pt x="1954067" y="3991351"/>
                    <a:pt x="1945140" y="3991264"/>
                  </a:cubicBezTo>
                  <a:close/>
                  <a:moveTo>
                    <a:pt x="3966403" y="0"/>
                  </a:moveTo>
                  <a:lnTo>
                    <a:pt x="4231031" y="0"/>
                  </a:lnTo>
                  <a:lnTo>
                    <a:pt x="4309866" y="126953"/>
                  </a:lnTo>
                  <a:cubicBezTo>
                    <a:pt x="4536919" y="519962"/>
                    <a:pt x="4656944" y="969040"/>
                    <a:pt x="4656944" y="1425485"/>
                  </a:cubicBezTo>
                  <a:cubicBezTo>
                    <a:pt x="4656944" y="1776462"/>
                    <a:pt x="4588222" y="2116955"/>
                    <a:pt x="4452596" y="2437688"/>
                  </a:cubicBezTo>
                  <a:cubicBezTo>
                    <a:pt x="4321651" y="2747329"/>
                    <a:pt x="4134204" y="3025338"/>
                    <a:pt x="3895452" y="3264090"/>
                  </a:cubicBezTo>
                  <a:cubicBezTo>
                    <a:pt x="3656701" y="3502841"/>
                    <a:pt x="3378605" y="3690290"/>
                    <a:pt x="3069051" y="3821235"/>
                  </a:cubicBezTo>
                  <a:cubicBezTo>
                    <a:pt x="2748577" y="3956859"/>
                    <a:pt x="2408086" y="4025583"/>
                    <a:pt x="2057107" y="4025583"/>
                  </a:cubicBezTo>
                  <a:cubicBezTo>
                    <a:pt x="2050348" y="4025583"/>
                    <a:pt x="2043675" y="4025409"/>
                    <a:pt x="2036916" y="4025322"/>
                  </a:cubicBezTo>
                  <a:cubicBezTo>
                    <a:pt x="2033621" y="4025236"/>
                    <a:pt x="2030329" y="4025149"/>
                    <a:pt x="2027036" y="4025149"/>
                  </a:cubicBezTo>
                  <a:lnTo>
                    <a:pt x="2005458" y="4025928"/>
                  </a:lnTo>
                  <a:lnTo>
                    <a:pt x="2004937" y="4025928"/>
                  </a:lnTo>
                  <a:lnTo>
                    <a:pt x="2004418" y="4025928"/>
                  </a:lnTo>
                  <a:lnTo>
                    <a:pt x="1972700" y="4026102"/>
                  </a:lnTo>
                  <a:cubicBezTo>
                    <a:pt x="1968279" y="4026189"/>
                    <a:pt x="1963860" y="4026189"/>
                    <a:pt x="1959526" y="4026189"/>
                  </a:cubicBezTo>
                  <a:cubicBezTo>
                    <a:pt x="1946008" y="4026189"/>
                    <a:pt x="1932749" y="4025928"/>
                    <a:pt x="1919922" y="4025583"/>
                  </a:cubicBezTo>
                  <a:lnTo>
                    <a:pt x="1908656" y="4025322"/>
                  </a:lnTo>
                  <a:cubicBezTo>
                    <a:pt x="1871913" y="4024889"/>
                    <a:pt x="1834908" y="4022809"/>
                    <a:pt x="1799030" y="4020902"/>
                  </a:cubicBezTo>
                  <a:lnTo>
                    <a:pt x="1782305" y="4020036"/>
                  </a:lnTo>
                  <a:lnTo>
                    <a:pt x="1781784" y="4020036"/>
                  </a:lnTo>
                  <a:lnTo>
                    <a:pt x="1781265" y="4019949"/>
                  </a:lnTo>
                  <a:lnTo>
                    <a:pt x="1765839" y="4018649"/>
                  </a:lnTo>
                  <a:cubicBezTo>
                    <a:pt x="1729528" y="4015616"/>
                    <a:pt x="1692003" y="4012496"/>
                    <a:pt x="1655000" y="4007816"/>
                  </a:cubicBezTo>
                  <a:cubicBezTo>
                    <a:pt x="1564178" y="3996984"/>
                    <a:pt x="1481504" y="3982858"/>
                    <a:pt x="1402382" y="3964573"/>
                  </a:cubicBezTo>
                  <a:cubicBezTo>
                    <a:pt x="1317886" y="3945074"/>
                    <a:pt x="1234519" y="3919856"/>
                    <a:pt x="1154617" y="3889696"/>
                  </a:cubicBezTo>
                  <a:cubicBezTo>
                    <a:pt x="1075495" y="3859799"/>
                    <a:pt x="996114" y="3823228"/>
                    <a:pt x="918639" y="3780850"/>
                  </a:cubicBezTo>
                  <a:cubicBezTo>
                    <a:pt x="857543" y="3746706"/>
                    <a:pt x="797920" y="3708834"/>
                    <a:pt x="741589" y="3668278"/>
                  </a:cubicBezTo>
                  <a:cubicBezTo>
                    <a:pt x="501863" y="3527345"/>
                    <a:pt x="286341" y="3348667"/>
                    <a:pt x="103549" y="3140728"/>
                  </a:cubicBezTo>
                  <a:lnTo>
                    <a:pt x="0" y="3015106"/>
                  </a:lnTo>
                  <a:lnTo>
                    <a:pt x="0" y="2484097"/>
                  </a:lnTo>
                  <a:lnTo>
                    <a:pt x="17188" y="2506324"/>
                  </a:lnTo>
                  <a:cubicBezTo>
                    <a:pt x="36254" y="2530676"/>
                    <a:pt x="56012" y="2555807"/>
                    <a:pt x="75252" y="2580765"/>
                  </a:cubicBezTo>
                  <a:cubicBezTo>
                    <a:pt x="95443" y="2606851"/>
                    <a:pt x="122048" y="2641256"/>
                    <a:pt x="148653" y="2676699"/>
                  </a:cubicBezTo>
                  <a:cubicBezTo>
                    <a:pt x="161306" y="2693426"/>
                    <a:pt x="173958" y="2710844"/>
                    <a:pt x="186177" y="2727656"/>
                  </a:cubicBezTo>
                  <a:cubicBezTo>
                    <a:pt x="197791" y="2743602"/>
                    <a:pt x="208797" y="2758768"/>
                    <a:pt x="219802" y="2773414"/>
                  </a:cubicBezTo>
                  <a:lnTo>
                    <a:pt x="219975" y="2773586"/>
                  </a:lnTo>
                  <a:lnTo>
                    <a:pt x="220149" y="2773760"/>
                  </a:lnTo>
                  <a:cubicBezTo>
                    <a:pt x="239128" y="2799846"/>
                    <a:pt x="259407" y="2826017"/>
                    <a:pt x="278992" y="2851322"/>
                  </a:cubicBezTo>
                  <a:lnTo>
                    <a:pt x="290344" y="2865967"/>
                  </a:lnTo>
                  <a:lnTo>
                    <a:pt x="296065" y="2873075"/>
                  </a:lnTo>
                  <a:cubicBezTo>
                    <a:pt x="318075" y="2900286"/>
                    <a:pt x="340695" y="2928451"/>
                    <a:pt x="363834" y="2955229"/>
                  </a:cubicBezTo>
                  <a:cubicBezTo>
                    <a:pt x="414704" y="3014852"/>
                    <a:pt x="467047" y="3071355"/>
                    <a:pt x="519304" y="3123178"/>
                  </a:cubicBezTo>
                  <a:cubicBezTo>
                    <a:pt x="630577" y="3232979"/>
                    <a:pt x="747655" y="3327005"/>
                    <a:pt x="867075" y="3402488"/>
                  </a:cubicBezTo>
                  <a:cubicBezTo>
                    <a:pt x="934671" y="3444865"/>
                    <a:pt x="997241" y="3479096"/>
                    <a:pt x="1058596" y="3507088"/>
                  </a:cubicBezTo>
                  <a:lnTo>
                    <a:pt x="1058770" y="3507175"/>
                  </a:lnTo>
                  <a:lnTo>
                    <a:pt x="1058943" y="3507262"/>
                  </a:lnTo>
                  <a:cubicBezTo>
                    <a:pt x="1121339" y="3536639"/>
                    <a:pt x="1189368" y="3563245"/>
                    <a:pt x="1261123" y="3586297"/>
                  </a:cubicBezTo>
                  <a:cubicBezTo>
                    <a:pt x="1327160" y="3607528"/>
                    <a:pt x="1398222" y="3625987"/>
                    <a:pt x="1472230" y="3640980"/>
                  </a:cubicBezTo>
                  <a:cubicBezTo>
                    <a:pt x="1506288" y="3647739"/>
                    <a:pt x="1542426" y="3653805"/>
                    <a:pt x="1579344" y="3659005"/>
                  </a:cubicBezTo>
                  <a:cubicBezTo>
                    <a:pt x="1614008" y="3663857"/>
                    <a:pt x="1650232" y="3667931"/>
                    <a:pt x="1686890" y="3671225"/>
                  </a:cubicBezTo>
                  <a:cubicBezTo>
                    <a:pt x="1756999" y="3677637"/>
                    <a:pt x="1829794" y="3680757"/>
                    <a:pt x="1909524" y="3680931"/>
                  </a:cubicBezTo>
                  <a:lnTo>
                    <a:pt x="1920703" y="3680931"/>
                  </a:lnTo>
                  <a:cubicBezTo>
                    <a:pt x="1925642" y="3681018"/>
                    <a:pt x="1930496" y="3681018"/>
                    <a:pt x="1935434" y="3681018"/>
                  </a:cubicBezTo>
                  <a:cubicBezTo>
                    <a:pt x="1947307" y="3681018"/>
                    <a:pt x="1956146" y="3680931"/>
                    <a:pt x="1964120" y="3680584"/>
                  </a:cubicBezTo>
                  <a:lnTo>
                    <a:pt x="1964379" y="3680584"/>
                  </a:lnTo>
                  <a:lnTo>
                    <a:pt x="1964639" y="3680584"/>
                  </a:lnTo>
                  <a:lnTo>
                    <a:pt x="1991591" y="3679891"/>
                  </a:lnTo>
                  <a:lnTo>
                    <a:pt x="2018717" y="3678503"/>
                  </a:lnTo>
                  <a:cubicBezTo>
                    <a:pt x="2049567" y="3677118"/>
                    <a:pt x="2082412" y="3674257"/>
                    <a:pt x="2124963" y="3669231"/>
                  </a:cubicBezTo>
                  <a:cubicBezTo>
                    <a:pt x="2263187" y="3652332"/>
                    <a:pt x="2401412" y="3614981"/>
                    <a:pt x="2535738" y="3558218"/>
                  </a:cubicBezTo>
                  <a:cubicBezTo>
                    <a:pt x="2597354" y="3532480"/>
                    <a:pt x="2661136" y="3500848"/>
                    <a:pt x="2730812" y="3461503"/>
                  </a:cubicBezTo>
                  <a:cubicBezTo>
                    <a:pt x="2790781" y="3427879"/>
                    <a:pt x="2852657" y="3389229"/>
                    <a:pt x="2920080" y="3343298"/>
                  </a:cubicBezTo>
                  <a:cubicBezTo>
                    <a:pt x="2975543" y="3305514"/>
                    <a:pt x="3034385" y="3262790"/>
                    <a:pt x="3105101" y="3208887"/>
                  </a:cubicBezTo>
                  <a:cubicBezTo>
                    <a:pt x="3136127" y="3185315"/>
                    <a:pt x="3167411" y="3160616"/>
                    <a:pt x="3196443" y="3137650"/>
                  </a:cubicBezTo>
                  <a:lnTo>
                    <a:pt x="3289603" y="3063123"/>
                  </a:lnTo>
                  <a:cubicBezTo>
                    <a:pt x="3342033" y="3021525"/>
                    <a:pt x="3395243" y="2980187"/>
                    <a:pt x="3446634" y="2940150"/>
                  </a:cubicBezTo>
                  <a:cubicBezTo>
                    <a:pt x="3518216" y="2884427"/>
                    <a:pt x="3592311" y="2826798"/>
                    <a:pt x="3662420" y="2769601"/>
                  </a:cubicBezTo>
                  <a:cubicBezTo>
                    <a:pt x="3806018" y="2653389"/>
                    <a:pt x="3909664" y="2559013"/>
                    <a:pt x="3998319" y="2463860"/>
                  </a:cubicBezTo>
                  <a:cubicBezTo>
                    <a:pt x="4052308" y="2405537"/>
                    <a:pt x="4097806" y="2350333"/>
                    <a:pt x="4137238" y="2295217"/>
                  </a:cubicBezTo>
                  <a:cubicBezTo>
                    <a:pt x="4181694" y="2232560"/>
                    <a:pt x="4217572" y="2172592"/>
                    <a:pt x="4247124" y="2111582"/>
                  </a:cubicBezTo>
                  <a:cubicBezTo>
                    <a:pt x="4308913" y="1985577"/>
                    <a:pt x="4347564" y="1847178"/>
                    <a:pt x="4361949" y="1700374"/>
                  </a:cubicBezTo>
                  <a:cubicBezTo>
                    <a:pt x="4365329" y="1665537"/>
                    <a:pt x="4367496" y="1628532"/>
                    <a:pt x="4368449" y="1590747"/>
                  </a:cubicBezTo>
                  <a:lnTo>
                    <a:pt x="4368536" y="1586502"/>
                  </a:lnTo>
                  <a:cubicBezTo>
                    <a:pt x="4368796" y="1569516"/>
                    <a:pt x="4369057" y="1552097"/>
                    <a:pt x="4368796" y="1534158"/>
                  </a:cubicBezTo>
                  <a:cubicBezTo>
                    <a:pt x="4368796" y="1528612"/>
                    <a:pt x="4368710" y="1523152"/>
                    <a:pt x="4368710" y="1517606"/>
                  </a:cubicBezTo>
                  <a:cubicBezTo>
                    <a:pt x="4368710" y="1504000"/>
                    <a:pt x="4368623" y="1490047"/>
                    <a:pt x="4368189" y="1476095"/>
                  </a:cubicBezTo>
                  <a:cubicBezTo>
                    <a:pt x="4366715" y="1397060"/>
                    <a:pt x="4362817" y="1319238"/>
                    <a:pt x="4356749" y="1244884"/>
                  </a:cubicBezTo>
                  <a:cubicBezTo>
                    <a:pt x="4343144" y="1083520"/>
                    <a:pt x="4319745" y="929522"/>
                    <a:pt x="4287074" y="787052"/>
                  </a:cubicBezTo>
                  <a:cubicBezTo>
                    <a:pt x="4251284" y="631321"/>
                    <a:pt x="4204139" y="482958"/>
                    <a:pt x="4147029" y="346032"/>
                  </a:cubicBezTo>
                  <a:cubicBezTo>
                    <a:pt x="4132211" y="310328"/>
                    <a:pt x="4116439" y="274710"/>
                    <a:pt x="4100319" y="240307"/>
                  </a:cubicBezTo>
                  <a:cubicBezTo>
                    <a:pt x="4084547" y="207028"/>
                    <a:pt x="4067041" y="172277"/>
                    <a:pt x="4048323" y="136833"/>
                  </a:cubicBezTo>
                  <a:close/>
                  <a:moveTo>
                    <a:pt x="0" y="0"/>
                  </a:moveTo>
                  <a:lnTo>
                    <a:pt x="278246" y="0"/>
                  </a:lnTo>
                  <a:lnTo>
                    <a:pt x="193425" y="86981"/>
                  </a:lnTo>
                  <a:cubicBezTo>
                    <a:pt x="142241" y="144090"/>
                    <a:pt x="93754" y="203041"/>
                    <a:pt x="48300" y="263444"/>
                  </a:cubicBezTo>
                  <a:lnTo>
                    <a:pt x="0" y="33388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Content Placeholder 4" descr="Business Communication silhouettes">
            <a:extLst>
              <a:ext uri="{FF2B5EF4-FFF2-40B4-BE49-F238E27FC236}">
                <a16:creationId xmlns:a16="http://schemas.microsoft.com/office/drawing/2014/main" id="{608E9377-F958-8BDA-208B-38B27577D3C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rcRect l="22377" r="20727" b="2"/>
          <a:stretch>
            <a:fillRect/>
          </a:stretch>
        </p:blipFill>
        <p:spPr>
          <a:xfrm>
            <a:off x="3125968" y="2564970"/>
            <a:ext cx="3316388" cy="3278632"/>
          </a:xfrm>
          <a:custGeom>
            <a:avLst/>
            <a:gdLst/>
            <a:ahLst/>
            <a:cxnLst/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grpSp>
        <p:nvGrpSpPr>
          <p:cNvPr id="20" name="Graphic 4">
            <a:extLst>
              <a:ext uri="{FF2B5EF4-FFF2-40B4-BE49-F238E27FC236}">
                <a16:creationId xmlns:a16="http://schemas.microsoft.com/office/drawing/2014/main" id="{DE51D1B5-E12D-46A1-B0B3-7BAB36C34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25938" y="2543765"/>
            <a:ext cx="3375140" cy="3326212"/>
            <a:chOff x="3414665" y="738154"/>
            <a:chExt cx="5366579" cy="5378461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D62F51-9CF9-43CF-BD8B-D030D6711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67033" y="752474"/>
              <a:ext cx="5098846" cy="5278088"/>
            </a:xfrm>
            <a:custGeom>
              <a:avLst/>
              <a:gdLst>
                <a:gd name="connsiteX0" fmla="*/ 2413047 w 5098846"/>
                <a:gd name="connsiteY0" fmla="*/ 571500 h 5278088"/>
                <a:gd name="connsiteX1" fmla="*/ 2488866 w 5098846"/>
                <a:gd name="connsiteY1" fmla="*/ 572738 h 5278088"/>
                <a:gd name="connsiteX2" fmla="*/ 2498486 w 5098846"/>
                <a:gd name="connsiteY2" fmla="*/ 573024 h 5278088"/>
                <a:gd name="connsiteX3" fmla="*/ 2508107 w 5098846"/>
                <a:gd name="connsiteY3" fmla="*/ 573024 h 5278088"/>
                <a:gd name="connsiteX4" fmla="*/ 2513345 w 5098846"/>
                <a:gd name="connsiteY4" fmla="*/ 573024 h 5278088"/>
                <a:gd name="connsiteX5" fmla="*/ 3401742 w 5098846"/>
                <a:gd name="connsiteY5" fmla="*/ 751904 h 5278088"/>
                <a:gd name="connsiteX6" fmla="*/ 4014200 w 5098846"/>
                <a:gd name="connsiteY6" fmla="*/ 1210532 h 5278088"/>
                <a:gd name="connsiteX7" fmla="*/ 4395390 w 5098846"/>
                <a:gd name="connsiteY7" fmla="*/ 1879473 h 5278088"/>
                <a:gd name="connsiteX8" fmla="*/ 4527311 w 5098846"/>
                <a:gd name="connsiteY8" fmla="*/ 2668334 h 5278088"/>
                <a:gd name="connsiteX9" fmla="*/ 4399010 w 5098846"/>
                <a:gd name="connsiteY9" fmla="*/ 3439001 h 5278088"/>
                <a:gd name="connsiteX10" fmla="*/ 4025820 w 5098846"/>
                <a:gd name="connsiteY10" fmla="*/ 4084796 h 5278088"/>
                <a:gd name="connsiteX11" fmla="*/ 3412982 w 5098846"/>
                <a:gd name="connsiteY11" fmla="*/ 4529328 h 5278088"/>
                <a:gd name="connsiteX12" fmla="*/ 2496676 w 5098846"/>
                <a:gd name="connsiteY12" fmla="*/ 4705065 h 5278088"/>
                <a:gd name="connsiteX13" fmla="*/ 2489438 w 5098846"/>
                <a:gd name="connsiteY13" fmla="*/ 4705065 h 5278088"/>
                <a:gd name="connsiteX14" fmla="*/ 2479532 w 5098846"/>
                <a:gd name="connsiteY14" fmla="*/ 4705065 h 5278088"/>
                <a:gd name="connsiteX15" fmla="*/ 2469626 w 5098846"/>
                <a:gd name="connsiteY15" fmla="*/ 4705350 h 5278088"/>
                <a:gd name="connsiteX16" fmla="*/ 2389520 w 5098846"/>
                <a:gd name="connsiteY16" fmla="*/ 4706684 h 5278088"/>
                <a:gd name="connsiteX17" fmla="*/ 1585039 w 5098846"/>
                <a:gd name="connsiteY17" fmla="*/ 4538853 h 5278088"/>
                <a:gd name="connsiteX18" fmla="*/ 1036970 w 5098846"/>
                <a:gd name="connsiteY18" fmla="*/ 4105656 h 5278088"/>
                <a:gd name="connsiteX19" fmla="*/ 691880 w 5098846"/>
                <a:gd name="connsiteY19" fmla="*/ 3456718 h 5278088"/>
                <a:gd name="connsiteX20" fmla="*/ 571674 w 5098846"/>
                <a:gd name="connsiteY20" fmla="*/ 2673953 h 5278088"/>
                <a:gd name="connsiteX21" fmla="*/ 696166 w 5098846"/>
                <a:gd name="connsiteY21" fmla="*/ 1870710 h 5278088"/>
                <a:gd name="connsiteX22" fmla="*/ 1052782 w 5098846"/>
                <a:gd name="connsiteY22" fmla="*/ 1195959 h 5278088"/>
                <a:gd name="connsiteX23" fmla="*/ 1612090 w 5098846"/>
                <a:gd name="connsiteY23" fmla="*/ 744569 h 5278088"/>
                <a:gd name="connsiteX24" fmla="*/ 2413047 w 5098846"/>
                <a:gd name="connsiteY24" fmla="*/ 571500 h 5278088"/>
                <a:gd name="connsiteX25" fmla="*/ 2413047 w 5098846"/>
                <a:gd name="connsiteY25" fmla="*/ 0 h 5278088"/>
                <a:gd name="connsiteX26" fmla="*/ 2389425 w 5098846"/>
                <a:gd name="connsiteY26" fmla="*/ 5278089 h 5278088"/>
                <a:gd name="connsiteX27" fmla="*/ 2488104 w 5098846"/>
                <a:gd name="connsiteY27" fmla="*/ 5276469 h 5278088"/>
                <a:gd name="connsiteX28" fmla="*/ 2496676 w 5098846"/>
                <a:gd name="connsiteY28" fmla="*/ 5276469 h 5278088"/>
                <a:gd name="connsiteX29" fmla="*/ 2513441 w 5098846"/>
                <a:gd name="connsiteY29" fmla="*/ 1524 h 5278088"/>
                <a:gd name="connsiteX30" fmla="*/ 2507535 w 5098846"/>
                <a:gd name="connsiteY30" fmla="*/ 1524 h 5278088"/>
                <a:gd name="connsiteX31" fmla="*/ 2413047 w 5098846"/>
                <a:gd name="connsiteY31" fmla="*/ 0 h 5278088"/>
                <a:gd name="connsiteX32" fmla="*/ 2413047 w 5098846"/>
                <a:gd name="connsiteY32" fmla="*/ 0 h 5278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098846" h="5278088">
                  <a:moveTo>
                    <a:pt x="2413047" y="571500"/>
                  </a:moveTo>
                  <a:cubicBezTo>
                    <a:pt x="2438384" y="571500"/>
                    <a:pt x="2463244" y="571881"/>
                    <a:pt x="2488866" y="572738"/>
                  </a:cubicBezTo>
                  <a:lnTo>
                    <a:pt x="2498486" y="573024"/>
                  </a:lnTo>
                  <a:lnTo>
                    <a:pt x="2508107" y="573024"/>
                  </a:lnTo>
                  <a:lnTo>
                    <a:pt x="2513345" y="573024"/>
                  </a:lnTo>
                  <a:cubicBezTo>
                    <a:pt x="2841101" y="573024"/>
                    <a:pt x="3139995" y="633222"/>
                    <a:pt x="3401742" y="751904"/>
                  </a:cubicBezTo>
                  <a:cubicBezTo>
                    <a:pt x="3637295" y="858774"/>
                    <a:pt x="3843416" y="1013079"/>
                    <a:pt x="4014200" y="1210532"/>
                  </a:cubicBezTo>
                  <a:cubicBezTo>
                    <a:pt x="4178601" y="1400651"/>
                    <a:pt x="4306903" y="1625727"/>
                    <a:pt x="4395390" y="1879473"/>
                  </a:cubicBezTo>
                  <a:cubicBezTo>
                    <a:pt x="4482925" y="2130362"/>
                    <a:pt x="4527311" y="2395728"/>
                    <a:pt x="4527311" y="2668334"/>
                  </a:cubicBezTo>
                  <a:cubicBezTo>
                    <a:pt x="4527311" y="2936843"/>
                    <a:pt x="4484163" y="3196114"/>
                    <a:pt x="4399010" y="3439001"/>
                  </a:cubicBezTo>
                  <a:cubicBezTo>
                    <a:pt x="4312808" y="3684937"/>
                    <a:pt x="4187269" y="3902202"/>
                    <a:pt x="4025820" y="4084796"/>
                  </a:cubicBezTo>
                  <a:cubicBezTo>
                    <a:pt x="3856751" y="4276058"/>
                    <a:pt x="3650535" y="4425601"/>
                    <a:pt x="3412982" y="4529328"/>
                  </a:cubicBezTo>
                  <a:cubicBezTo>
                    <a:pt x="3145710" y="4645914"/>
                    <a:pt x="2837481" y="4705065"/>
                    <a:pt x="2496676" y="4705065"/>
                  </a:cubicBezTo>
                  <a:lnTo>
                    <a:pt x="2489438" y="4705065"/>
                  </a:lnTo>
                  <a:lnTo>
                    <a:pt x="2479532" y="4705065"/>
                  </a:lnTo>
                  <a:lnTo>
                    <a:pt x="2469626" y="4705350"/>
                  </a:lnTo>
                  <a:cubicBezTo>
                    <a:pt x="2442765" y="4706207"/>
                    <a:pt x="2415809" y="4706684"/>
                    <a:pt x="2389520" y="4706684"/>
                  </a:cubicBezTo>
                  <a:cubicBezTo>
                    <a:pt x="2090245" y="4706684"/>
                    <a:pt x="1819640" y="4650200"/>
                    <a:pt x="1585039" y="4538853"/>
                  </a:cubicBezTo>
                  <a:cubicBezTo>
                    <a:pt x="1373774" y="4438555"/>
                    <a:pt x="1189370" y="4292823"/>
                    <a:pt x="1036970" y="4105656"/>
                  </a:cubicBezTo>
                  <a:cubicBezTo>
                    <a:pt x="888095" y="3922871"/>
                    <a:pt x="771985" y="3704463"/>
                    <a:pt x="691880" y="3456718"/>
                  </a:cubicBezTo>
                  <a:cubicBezTo>
                    <a:pt x="612060" y="3210020"/>
                    <a:pt x="571674" y="2946749"/>
                    <a:pt x="571674" y="2673953"/>
                  </a:cubicBezTo>
                  <a:cubicBezTo>
                    <a:pt x="571674" y="2396109"/>
                    <a:pt x="613584" y="2125790"/>
                    <a:pt x="696166" y="1870710"/>
                  </a:cubicBezTo>
                  <a:cubicBezTo>
                    <a:pt x="779224" y="1614011"/>
                    <a:pt x="899239" y="1387031"/>
                    <a:pt x="1052782" y="1195959"/>
                  </a:cubicBezTo>
                  <a:cubicBezTo>
                    <a:pt x="1209563" y="1000887"/>
                    <a:pt x="1397777" y="848963"/>
                    <a:pt x="1612090" y="744569"/>
                  </a:cubicBezTo>
                  <a:cubicBezTo>
                    <a:pt x="1847548" y="629698"/>
                    <a:pt x="2117105" y="571500"/>
                    <a:pt x="2413047" y="571500"/>
                  </a:cubicBezTo>
                  <a:moveTo>
                    <a:pt x="2413047" y="0"/>
                  </a:moveTo>
                  <a:cubicBezTo>
                    <a:pt x="-755635" y="0"/>
                    <a:pt x="-844694" y="5278089"/>
                    <a:pt x="2389425" y="5278089"/>
                  </a:cubicBezTo>
                  <a:cubicBezTo>
                    <a:pt x="2421810" y="5278089"/>
                    <a:pt x="2455052" y="5277517"/>
                    <a:pt x="2488104" y="5276469"/>
                  </a:cubicBezTo>
                  <a:cubicBezTo>
                    <a:pt x="2491152" y="5276469"/>
                    <a:pt x="2493629" y="5276469"/>
                    <a:pt x="2496676" y="5276469"/>
                  </a:cubicBezTo>
                  <a:cubicBezTo>
                    <a:pt x="6022832" y="5276469"/>
                    <a:pt x="5903674" y="1524"/>
                    <a:pt x="2513441" y="1524"/>
                  </a:cubicBezTo>
                  <a:cubicBezTo>
                    <a:pt x="2511536" y="1524"/>
                    <a:pt x="2509440" y="1524"/>
                    <a:pt x="2507535" y="1524"/>
                  </a:cubicBezTo>
                  <a:cubicBezTo>
                    <a:pt x="2475531" y="476"/>
                    <a:pt x="2444480" y="0"/>
                    <a:pt x="2413047" y="0"/>
                  </a:cubicBezTo>
                  <a:lnTo>
                    <a:pt x="241304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245C1E2-FDA8-4E4F-92F2-DE5D880E6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78615" y="772453"/>
              <a:ext cx="5079154" cy="5190747"/>
            </a:xfrm>
            <a:custGeom>
              <a:avLst/>
              <a:gdLst>
                <a:gd name="connsiteX0" fmla="*/ 2498620 w 5079154"/>
                <a:gd name="connsiteY0" fmla="*/ 24 h 5190747"/>
                <a:gd name="connsiteX1" fmla="*/ 3484267 w 5079154"/>
                <a:gd name="connsiteY1" fmla="*/ 172045 h 5190747"/>
                <a:gd name="connsiteX2" fmla="*/ 3543417 w 5079154"/>
                <a:gd name="connsiteY2" fmla="*/ 195382 h 5190747"/>
                <a:gd name="connsiteX3" fmla="*/ 3573040 w 5079154"/>
                <a:gd name="connsiteY3" fmla="*/ 207002 h 5190747"/>
                <a:gd name="connsiteX4" fmla="*/ 3602091 w 5079154"/>
                <a:gd name="connsiteY4" fmla="*/ 220051 h 5190747"/>
                <a:gd name="connsiteX5" fmla="*/ 3660099 w 5079154"/>
                <a:gd name="connsiteY5" fmla="*/ 246531 h 5190747"/>
                <a:gd name="connsiteX6" fmla="*/ 3689150 w 5079154"/>
                <a:gd name="connsiteY6" fmla="*/ 259771 h 5190747"/>
                <a:gd name="connsiteX7" fmla="*/ 3717534 w 5079154"/>
                <a:gd name="connsiteY7" fmla="*/ 274439 h 5190747"/>
                <a:gd name="connsiteX8" fmla="*/ 3774303 w 5079154"/>
                <a:gd name="connsiteY8" fmla="*/ 303871 h 5190747"/>
                <a:gd name="connsiteX9" fmla="*/ 3802688 w 5079154"/>
                <a:gd name="connsiteY9" fmla="*/ 318635 h 5190747"/>
                <a:gd name="connsiteX10" fmla="*/ 3830310 w 5079154"/>
                <a:gd name="connsiteY10" fmla="*/ 334732 h 5190747"/>
                <a:gd name="connsiteX11" fmla="*/ 3885555 w 5079154"/>
                <a:gd name="connsiteY11" fmla="*/ 367308 h 5190747"/>
                <a:gd name="connsiteX12" fmla="*/ 3913178 w 5079154"/>
                <a:gd name="connsiteY12" fmla="*/ 383691 h 5190747"/>
                <a:gd name="connsiteX13" fmla="*/ 3939943 w 5079154"/>
                <a:gd name="connsiteY13" fmla="*/ 401312 h 5190747"/>
                <a:gd name="connsiteX14" fmla="*/ 4339612 w 5079154"/>
                <a:gd name="connsiteY14" fmla="*/ 724972 h 5190747"/>
                <a:gd name="connsiteX15" fmla="*/ 4664034 w 5079154"/>
                <a:gd name="connsiteY15" fmla="*/ 1126832 h 5190747"/>
                <a:gd name="connsiteX16" fmla="*/ 4902539 w 5079154"/>
                <a:gd name="connsiteY16" fmla="*/ 1585460 h 5190747"/>
                <a:gd name="connsiteX17" fmla="*/ 5047891 w 5079154"/>
                <a:gd name="connsiteY17" fmla="*/ 2081046 h 5190747"/>
                <a:gd name="connsiteX18" fmla="*/ 5075228 w 5079154"/>
                <a:gd name="connsiteY18" fmla="*/ 2337554 h 5190747"/>
                <a:gd name="connsiteX19" fmla="*/ 5077609 w 5079154"/>
                <a:gd name="connsiteY19" fmla="*/ 2401943 h 5190747"/>
                <a:gd name="connsiteX20" fmla="*/ 5078847 w 5079154"/>
                <a:gd name="connsiteY20" fmla="*/ 2466237 h 5190747"/>
                <a:gd name="connsiteX21" fmla="*/ 5078466 w 5079154"/>
                <a:gd name="connsiteY21" fmla="*/ 2530531 h 5190747"/>
                <a:gd name="connsiteX22" fmla="*/ 5076942 w 5079154"/>
                <a:gd name="connsiteY22" fmla="*/ 2594729 h 5190747"/>
                <a:gd name="connsiteX23" fmla="*/ 4999028 w 5079154"/>
                <a:gd name="connsiteY23" fmla="*/ 3099269 h 5190747"/>
                <a:gd name="connsiteX24" fmla="*/ 4968738 w 5079154"/>
                <a:gd name="connsiteY24" fmla="*/ 3222141 h 5190747"/>
                <a:gd name="connsiteX25" fmla="*/ 4952451 w 5079154"/>
                <a:gd name="connsiteY25" fmla="*/ 3283101 h 5190747"/>
                <a:gd name="connsiteX26" fmla="*/ 4936925 w 5079154"/>
                <a:gd name="connsiteY26" fmla="*/ 3344156 h 5190747"/>
                <a:gd name="connsiteX27" fmla="*/ 4919875 w 5079154"/>
                <a:gd name="connsiteY27" fmla="*/ 3404831 h 5190747"/>
                <a:gd name="connsiteX28" fmla="*/ 4903016 w 5079154"/>
                <a:gd name="connsiteY28" fmla="*/ 3465410 h 5190747"/>
                <a:gd name="connsiteX29" fmla="*/ 4865297 w 5079154"/>
                <a:gd name="connsiteY29" fmla="*/ 3585520 h 5190747"/>
                <a:gd name="connsiteX30" fmla="*/ 4671177 w 5079154"/>
                <a:gd name="connsiteY30" fmla="*/ 4052340 h 5190747"/>
                <a:gd name="connsiteX31" fmla="*/ 4386094 w 5079154"/>
                <a:gd name="connsiteY31" fmla="*/ 4476393 h 5190747"/>
                <a:gd name="connsiteX32" fmla="*/ 4343708 w 5079154"/>
                <a:gd name="connsiteY32" fmla="*/ 4524875 h 5190747"/>
                <a:gd name="connsiteX33" fmla="*/ 4298655 w 5079154"/>
                <a:gd name="connsiteY33" fmla="*/ 4570976 h 5190747"/>
                <a:gd name="connsiteX34" fmla="*/ 4252935 w 5079154"/>
                <a:gd name="connsiteY34" fmla="*/ 4616411 h 5190747"/>
                <a:gd name="connsiteX35" fmla="*/ 4204738 w 5079154"/>
                <a:gd name="connsiteY35" fmla="*/ 4659273 h 5190747"/>
                <a:gd name="connsiteX36" fmla="*/ 4180354 w 5079154"/>
                <a:gd name="connsiteY36" fmla="*/ 4680419 h 5190747"/>
                <a:gd name="connsiteX37" fmla="*/ 4155494 w 5079154"/>
                <a:gd name="connsiteY37" fmla="*/ 4700898 h 5190747"/>
                <a:gd name="connsiteX38" fmla="*/ 4103964 w 5079154"/>
                <a:gd name="connsiteY38" fmla="*/ 4739664 h 5190747"/>
                <a:gd name="connsiteX39" fmla="*/ 4078151 w 5079154"/>
                <a:gd name="connsiteY39" fmla="*/ 4759000 h 5190747"/>
                <a:gd name="connsiteX40" fmla="*/ 4051766 w 5079154"/>
                <a:gd name="connsiteY40" fmla="*/ 4777479 h 5190747"/>
                <a:gd name="connsiteX41" fmla="*/ 3997950 w 5079154"/>
                <a:gd name="connsiteY41" fmla="*/ 4812816 h 5190747"/>
                <a:gd name="connsiteX42" fmla="*/ 3970994 w 5079154"/>
                <a:gd name="connsiteY42" fmla="*/ 4830342 h 5190747"/>
                <a:gd name="connsiteX43" fmla="*/ 3957469 w 5079154"/>
                <a:gd name="connsiteY43" fmla="*/ 4839010 h 5190747"/>
                <a:gd name="connsiteX44" fmla="*/ 3943563 w 5079154"/>
                <a:gd name="connsiteY44" fmla="*/ 4847011 h 5190747"/>
                <a:gd name="connsiteX45" fmla="*/ 3887746 w 5079154"/>
                <a:gd name="connsiteY45" fmla="*/ 4878824 h 5190747"/>
                <a:gd name="connsiteX46" fmla="*/ 3859742 w 5079154"/>
                <a:gd name="connsiteY46" fmla="*/ 4894541 h 5190747"/>
                <a:gd name="connsiteX47" fmla="*/ 3845741 w 5079154"/>
                <a:gd name="connsiteY47" fmla="*/ 4902351 h 5190747"/>
                <a:gd name="connsiteX48" fmla="*/ 3831358 w 5079154"/>
                <a:gd name="connsiteY48" fmla="*/ 4909400 h 5190747"/>
                <a:gd name="connsiteX49" fmla="*/ 3773827 w 5079154"/>
                <a:gd name="connsiteY49" fmla="*/ 4937498 h 5190747"/>
                <a:gd name="connsiteX50" fmla="*/ 3745157 w 5079154"/>
                <a:gd name="connsiteY50" fmla="*/ 4951500 h 5190747"/>
                <a:gd name="connsiteX51" fmla="*/ 3716106 w 5079154"/>
                <a:gd name="connsiteY51" fmla="*/ 4964835 h 5190747"/>
                <a:gd name="connsiteX52" fmla="*/ 3657146 w 5079154"/>
                <a:gd name="connsiteY52" fmla="*/ 4989314 h 5190747"/>
                <a:gd name="connsiteX53" fmla="*/ 3598091 w 5079154"/>
                <a:gd name="connsiteY53" fmla="*/ 5013032 h 5190747"/>
                <a:gd name="connsiteX54" fmla="*/ 3538083 w 5079154"/>
                <a:gd name="connsiteY54" fmla="*/ 5033986 h 5190747"/>
                <a:gd name="connsiteX55" fmla="*/ 3478171 w 5079154"/>
                <a:gd name="connsiteY55" fmla="*/ 5054656 h 5190747"/>
                <a:gd name="connsiteX56" fmla="*/ 3417306 w 5079154"/>
                <a:gd name="connsiteY56" fmla="*/ 5072086 h 5190747"/>
                <a:gd name="connsiteX57" fmla="*/ 3356632 w 5079154"/>
                <a:gd name="connsiteY57" fmla="*/ 5089422 h 5190747"/>
                <a:gd name="connsiteX58" fmla="*/ 3295386 w 5079154"/>
                <a:gd name="connsiteY58" fmla="*/ 5103996 h 5190747"/>
                <a:gd name="connsiteX59" fmla="*/ 3172514 w 5079154"/>
                <a:gd name="connsiteY59" fmla="*/ 5129999 h 5190747"/>
                <a:gd name="connsiteX60" fmla="*/ 3110887 w 5079154"/>
                <a:gd name="connsiteY60" fmla="*/ 5141143 h 5190747"/>
                <a:gd name="connsiteX61" fmla="*/ 3080121 w 5079154"/>
                <a:gd name="connsiteY61" fmla="*/ 5146667 h 5190747"/>
                <a:gd name="connsiteX62" fmla="*/ 3049165 w 5079154"/>
                <a:gd name="connsiteY62" fmla="*/ 5150954 h 5190747"/>
                <a:gd name="connsiteX63" fmla="*/ 2555008 w 5079154"/>
                <a:gd name="connsiteY63" fmla="*/ 5189435 h 5190747"/>
                <a:gd name="connsiteX64" fmla="*/ 2431945 w 5079154"/>
                <a:gd name="connsiteY64" fmla="*/ 5190483 h 5190747"/>
                <a:gd name="connsiteX65" fmla="*/ 2370318 w 5079154"/>
                <a:gd name="connsiteY65" fmla="*/ 5190387 h 5190747"/>
                <a:gd name="connsiteX66" fmla="*/ 2308501 w 5079154"/>
                <a:gd name="connsiteY66" fmla="*/ 5189244 h 5190747"/>
                <a:gd name="connsiteX67" fmla="*/ 2184200 w 5079154"/>
                <a:gd name="connsiteY67" fmla="*/ 5183434 h 5190747"/>
                <a:gd name="connsiteX68" fmla="*/ 2059994 w 5079154"/>
                <a:gd name="connsiteY68" fmla="*/ 5172099 h 5190747"/>
                <a:gd name="connsiteX69" fmla="*/ 1568027 w 5079154"/>
                <a:gd name="connsiteY69" fmla="*/ 5069134 h 5190747"/>
                <a:gd name="connsiteX70" fmla="*/ 1537738 w 5079154"/>
                <a:gd name="connsiteY70" fmla="*/ 5059704 h 5190747"/>
                <a:gd name="connsiteX71" fmla="*/ 1507829 w 5079154"/>
                <a:gd name="connsiteY71" fmla="*/ 5048941 h 5190747"/>
                <a:gd name="connsiteX72" fmla="*/ 1448298 w 5079154"/>
                <a:gd name="connsiteY72" fmla="*/ 5026557 h 5190747"/>
                <a:gd name="connsiteX73" fmla="*/ 1418485 w 5079154"/>
                <a:gd name="connsiteY73" fmla="*/ 5015318 h 5190747"/>
                <a:gd name="connsiteX74" fmla="*/ 1389243 w 5079154"/>
                <a:gd name="connsiteY74" fmla="*/ 5002649 h 5190747"/>
                <a:gd name="connsiteX75" fmla="*/ 1331045 w 5079154"/>
                <a:gd name="connsiteY75" fmla="*/ 4976360 h 5190747"/>
                <a:gd name="connsiteX76" fmla="*/ 1106446 w 5079154"/>
                <a:gd name="connsiteY76" fmla="*/ 4853583 h 5190747"/>
                <a:gd name="connsiteX77" fmla="*/ 710777 w 5079154"/>
                <a:gd name="connsiteY77" fmla="*/ 4526495 h 5190747"/>
                <a:gd name="connsiteX78" fmla="*/ 400834 w 5079154"/>
                <a:gd name="connsiteY78" fmla="*/ 4116824 h 5190747"/>
                <a:gd name="connsiteX79" fmla="*/ 181092 w 5079154"/>
                <a:gd name="connsiteY79" fmla="*/ 3653719 h 5190747"/>
                <a:gd name="connsiteX80" fmla="*/ 47361 w 5079154"/>
                <a:gd name="connsiteY80" fmla="*/ 3159943 h 5190747"/>
                <a:gd name="connsiteX81" fmla="*/ 36026 w 5079154"/>
                <a:gd name="connsiteY81" fmla="*/ 3096887 h 5190747"/>
                <a:gd name="connsiteX82" fmla="*/ 26882 w 5079154"/>
                <a:gd name="connsiteY82" fmla="*/ 3033546 h 5190747"/>
                <a:gd name="connsiteX83" fmla="*/ 18596 w 5079154"/>
                <a:gd name="connsiteY83" fmla="*/ 2970110 h 5190747"/>
                <a:gd name="connsiteX84" fmla="*/ 12214 w 5079154"/>
                <a:gd name="connsiteY84" fmla="*/ 2906482 h 5190747"/>
                <a:gd name="connsiteX85" fmla="*/ 3451 w 5079154"/>
                <a:gd name="connsiteY85" fmla="*/ 2778848 h 5190747"/>
                <a:gd name="connsiteX86" fmla="*/ 22 w 5079154"/>
                <a:gd name="connsiteY86" fmla="*/ 2650927 h 5190747"/>
                <a:gd name="connsiteX87" fmla="*/ 42313 w 5079154"/>
                <a:gd name="connsiteY87" fmla="*/ 2141625 h 5190747"/>
                <a:gd name="connsiteX88" fmla="*/ 165662 w 5079154"/>
                <a:gd name="connsiteY88" fmla="*/ 1644896 h 5190747"/>
                <a:gd name="connsiteX89" fmla="*/ 370259 w 5079154"/>
                <a:gd name="connsiteY89" fmla="*/ 1173504 h 5190747"/>
                <a:gd name="connsiteX90" fmla="*/ 661247 w 5079154"/>
                <a:gd name="connsiteY90" fmla="*/ 746022 h 5190747"/>
                <a:gd name="connsiteX91" fmla="*/ 704015 w 5079154"/>
                <a:gd name="connsiteY91" fmla="*/ 696968 h 5190747"/>
                <a:gd name="connsiteX92" fmla="*/ 747353 w 5079154"/>
                <a:gd name="connsiteY92" fmla="*/ 648486 h 5190747"/>
                <a:gd name="connsiteX93" fmla="*/ 792121 w 5079154"/>
                <a:gd name="connsiteY93" fmla="*/ 601147 h 5190747"/>
                <a:gd name="connsiteX94" fmla="*/ 814505 w 5079154"/>
                <a:gd name="connsiteY94" fmla="*/ 577429 h 5190747"/>
                <a:gd name="connsiteX95" fmla="*/ 838031 w 5079154"/>
                <a:gd name="connsiteY95" fmla="*/ 554855 h 5190747"/>
                <a:gd name="connsiteX96" fmla="*/ 885942 w 5079154"/>
                <a:gd name="connsiteY96" fmla="*/ 510469 h 5190747"/>
                <a:gd name="connsiteX97" fmla="*/ 910326 w 5079154"/>
                <a:gd name="connsiteY97" fmla="*/ 488752 h 5190747"/>
                <a:gd name="connsiteX98" fmla="*/ 935948 w 5079154"/>
                <a:gd name="connsiteY98" fmla="*/ 468368 h 5190747"/>
                <a:gd name="connsiteX99" fmla="*/ 1040533 w 5079154"/>
                <a:gd name="connsiteY99" fmla="*/ 390073 h 5190747"/>
                <a:gd name="connsiteX100" fmla="*/ 1501638 w 5079154"/>
                <a:gd name="connsiteY100" fmla="*/ 152614 h 5190747"/>
                <a:gd name="connsiteX101" fmla="*/ 1997700 w 5079154"/>
                <a:gd name="connsiteY101" fmla="*/ 32599 h 5190747"/>
                <a:gd name="connsiteX102" fmla="*/ 2498620 w 5079154"/>
                <a:gd name="connsiteY102" fmla="*/ 24 h 5190747"/>
                <a:gd name="connsiteX103" fmla="*/ 2496620 w 5079154"/>
                <a:gd name="connsiteY103" fmla="*/ 193572 h 5190747"/>
                <a:gd name="connsiteX104" fmla="*/ 2037229 w 5079154"/>
                <a:gd name="connsiteY104" fmla="*/ 241483 h 5190747"/>
                <a:gd name="connsiteX105" fmla="*/ 1613081 w 5079154"/>
                <a:gd name="connsiteY105" fmla="*/ 404646 h 5190747"/>
                <a:gd name="connsiteX106" fmla="*/ 1245892 w 5079154"/>
                <a:gd name="connsiteY106" fmla="*/ 657725 h 5190747"/>
                <a:gd name="connsiteX107" fmla="*/ 1163310 w 5079154"/>
                <a:gd name="connsiteY107" fmla="*/ 731639 h 5190747"/>
                <a:gd name="connsiteX108" fmla="*/ 1142831 w 5079154"/>
                <a:gd name="connsiteY108" fmla="*/ 750118 h 5190747"/>
                <a:gd name="connsiteX109" fmla="*/ 1123019 w 5079154"/>
                <a:gd name="connsiteY109" fmla="*/ 769453 h 5190747"/>
                <a:gd name="connsiteX110" fmla="*/ 1083014 w 5079154"/>
                <a:gd name="connsiteY110" fmla="*/ 807744 h 5190747"/>
                <a:gd name="connsiteX111" fmla="*/ 1062917 w 5079154"/>
                <a:gd name="connsiteY111" fmla="*/ 826794 h 5190747"/>
                <a:gd name="connsiteX112" fmla="*/ 1043676 w 5079154"/>
                <a:gd name="connsiteY112" fmla="*/ 846701 h 5190747"/>
                <a:gd name="connsiteX113" fmla="*/ 1005100 w 5079154"/>
                <a:gd name="connsiteY113" fmla="*/ 886516 h 5190747"/>
                <a:gd name="connsiteX114" fmla="*/ 968143 w 5079154"/>
                <a:gd name="connsiteY114" fmla="*/ 927949 h 5190747"/>
                <a:gd name="connsiteX115" fmla="*/ 932138 w 5079154"/>
                <a:gd name="connsiteY115" fmla="*/ 970336 h 5190747"/>
                <a:gd name="connsiteX116" fmla="*/ 514467 w 5079154"/>
                <a:gd name="connsiteY116" fmla="*/ 1759006 h 5190747"/>
                <a:gd name="connsiteX117" fmla="*/ 413693 w 5079154"/>
                <a:gd name="connsiteY117" fmla="*/ 2199918 h 5190747"/>
                <a:gd name="connsiteX118" fmla="*/ 380546 w 5079154"/>
                <a:gd name="connsiteY118" fmla="*/ 2651689 h 5190747"/>
                <a:gd name="connsiteX119" fmla="*/ 380260 w 5079154"/>
                <a:gd name="connsiteY119" fmla="*/ 2708363 h 5190747"/>
                <a:gd name="connsiteX120" fmla="*/ 381403 w 5079154"/>
                <a:gd name="connsiteY120" fmla="*/ 2765036 h 5190747"/>
                <a:gd name="connsiteX121" fmla="*/ 383117 w 5079154"/>
                <a:gd name="connsiteY121" fmla="*/ 2821710 h 5190747"/>
                <a:gd name="connsiteX122" fmla="*/ 384546 w 5079154"/>
                <a:gd name="connsiteY122" fmla="*/ 2849999 h 5190747"/>
                <a:gd name="connsiteX123" fmla="*/ 386261 w 5079154"/>
                <a:gd name="connsiteY123" fmla="*/ 2878289 h 5190747"/>
                <a:gd name="connsiteX124" fmla="*/ 389499 w 5079154"/>
                <a:gd name="connsiteY124" fmla="*/ 2934867 h 5190747"/>
                <a:gd name="connsiteX125" fmla="*/ 394547 w 5079154"/>
                <a:gd name="connsiteY125" fmla="*/ 2991255 h 5190747"/>
                <a:gd name="connsiteX126" fmla="*/ 399691 w 5079154"/>
                <a:gd name="connsiteY126" fmla="*/ 3047738 h 5190747"/>
                <a:gd name="connsiteX127" fmla="*/ 406644 w 5079154"/>
                <a:gd name="connsiteY127" fmla="*/ 3103936 h 5190747"/>
                <a:gd name="connsiteX128" fmla="*/ 500370 w 5079154"/>
                <a:gd name="connsiteY128" fmla="*/ 3546753 h 5190747"/>
                <a:gd name="connsiteX129" fmla="*/ 670677 w 5079154"/>
                <a:gd name="connsiteY129" fmla="*/ 3964710 h 5190747"/>
                <a:gd name="connsiteX130" fmla="*/ 920042 w 5079154"/>
                <a:gd name="connsiteY130" fmla="*/ 4339233 h 5190747"/>
                <a:gd name="connsiteX131" fmla="*/ 1248464 w 5079154"/>
                <a:gd name="connsiteY131" fmla="*/ 4646700 h 5190747"/>
                <a:gd name="connsiteX132" fmla="*/ 1294374 w 5079154"/>
                <a:gd name="connsiteY132" fmla="*/ 4679657 h 5190747"/>
                <a:gd name="connsiteX133" fmla="*/ 1317329 w 5079154"/>
                <a:gd name="connsiteY133" fmla="*/ 4696230 h 5190747"/>
                <a:gd name="connsiteX134" fmla="*/ 1341237 w 5079154"/>
                <a:gd name="connsiteY134" fmla="*/ 4711375 h 5190747"/>
                <a:gd name="connsiteX135" fmla="*/ 1388957 w 5079154"/>
                <a:gd name="connsiteY135" fmla="*/ 4742046 h 5190747"/>
                <a:gd name="connsiteX136" fmla="*/ 1412960 w 5079154"/>
                <a:gd name="connsiteY136" fmla="*/ 4757190 h 5190747"/>
                <a:gd name="connsiteX137" fmla="*/ 1437725 w 5079154"/>
                <a:gd name="connsiteY137" fmla="*/ 4771097 h 5190747"/>
                <a:gd name="connsiteX138" fmla="*/ 1487351 w 5079154"/>
                <a:gd name="connsiteY138" fmla="*/ 4798910 h 5190747"/>
                <a:gd name="connsiteX139" fmla="*/ 1512402 w 5079154"/>
                <a:gd name="connsiteY139" fmla="*/ 4812626 h 5190747"/>
                <a:gd name="connsiteX140" fmla="*/ 1538024 w 5079154"/>
                <a:gd name="connsiteY140" fmla="*/ 4825199 h 5190747"/>
                <a:gd name="connsiteX141" fmla="*/ 1589364 w 5079154"/>
                <a:gd name="connsiteY141" fmla="*/ 4850345 h 5190747"/>
                <a:gd name="connsiteX142" fmla="*/ 1615176 w 5079154"/>
                <a:gd name="connsiteY142" fmla="*/ 4862632 h 5190747"/>
                <a:gd name="connsiteX143" fmla="*/ 1641560 w 5079154"/>
                <a:gd name="connsiteY143" fmla="*/ 4873681 h 5190747"/>
                <a:gd name="connsiteX144" fmla="*/ 2083616 w 5079154"/>
                <a:gd name="connsiteY144" fmla="*/ 5005602 h 5190747"/>
                <a:gd name="connsiteX145" fmla="*/ 2199059 w 5079154"/>
                <a:gd name="connsiteY145" fmla="*/ 5021985 h 5190747"/>
                <a:gd name="connsiteX146" fmla="*/ 2315645 w 5079154"/>
                <a:gd name="connsiteY146" fmla="*/ 5031224 h 5190747"/>
                <a:gd name="connsiteX147" fmla="*/ 2374414 w 5079154"/>
                <a:gd name="connsiteY147" fmla="*/ 5033415 h 5190747"/>
                <a:gd name="connsiteX148" fmla="*/ 2433374 w 5079154"/>
                <a:gd name="connsiteY148" fmla="*/ 5034273 h 5190747"/>
                <a:gd name="connsiteX149" fmla="*/ 2551579 w 5079154"/>
                <a:gd name="connsiteY149" fmla="*/ 5033130 h 5190747"/>
                <a:gd name="connsiteX150" fmla="*/ 2669499 w 5079154"/>
                <a:gd name="connsiteY150" fmla="*/ 5027700 h 5190747"/>
                <a:gd name="connsiteX151" fmla="*/ 2727982 w 5079154"/>
                <a:gd name="connsiteY151" fmla="*/ 5022747 h 5190747"/>
                <a:gd name="connsiteX152" fmla="*/ 2757224 w 5079154"/>
                <a:gd name="connsiteY152" fmla="*/ 5020270 h 5190747"/>
                <a:gd name="connsiteX153" fmla="*/ 2771797 w 5079154"/>
                <a:gd name="connsiteY153" fmla="*/ 5018937 h 5190747"/>
                <a:gd name="connsiteX154" fmla="*/ 2786275 w 5079154"/>
                <a:gd name="connsiteY154" fmla="*/ 5016842 h 5190747"/>
                <a:gd name="connsiteX155" fmla="*/ 2902099 w 5079154"/>
                <a:gd name="connsiteY155" fmla="*/ 4999792 h 5190747"/>
                <a:gd name="connsiteX156" fmla="*/ 3016494 w 5079154"/>
                <a:gd name="connsiteY156" fmla="*/ 4976170 h 5190747"/>
                <a:gd name="connsiteX157" fmla="*/ 3452263 w 5079154"/>
                <a:gd name="connsiteY157" fmla="*/ 4822627 h 5190747"/>
                <a:gd name="connsiteX158" fmla="*/ 3503889 w 5079154"/>
                <a:gd name="connsiteY158" fmla="*/ 4797767 h 5190747"/>
                <a:gd name="connsiteX159" fmla="*/ 3554085 w 5079154"/>
                <a:gd name="connsiteY159" fmla="*/ 4770430 h 5190747"/>
                <a:gd name="connsiteX160" fmla="*/ 3603996 w 5079154"/>
                <a:gd name="connsiteY160" fmla="*/ 4742903 h 5190747"/>
                <a:gd name="connsiteX161" fmla="*/ 3628475 w 5079154"/>
                <a:gd name="connsiteY161" fmla="*/ 4728425 h 5190747"/>
                <a:gd name="connsiteX162" fmla="*/ 3652669 w 5079154"/>
                <a:gd name="connsiteY162" fmla="*/ 4713375 h 5190747"/>
                <a:gd name="connsiteX163" fmla="*/ 3700866 w 5079154"/>
                <a:gd name="connsiteY163" fmla="*/ 4683467 h 5190747"/>
                <a:gd name="connsiteX164" fmla="*/ 3712867 w 5079154"/>
                <a:gd name="connsiteY164" fmla="*/ 4675942 h 5190747"/>
                <a:gd name="connsiteX165" fmla="*/ 3724488 w 5079154"/>
                <a:gd name="connsiteY165" fmla="*/ 4667750 h 5190747"/>
                <a:gd name="connsiteX166" fmla="*/ 3747633 w 5079154"/>
                <a:gd name="connsiteY166" fmla="*/ 4651463 h 5190747"/>
                <a:gd name="connsiteX167" fmla="*/ 3794115 w 5079154"/>
                <a:gd name="connsiteY167" fmla="*/ 4619268 h 5190747"/>
                <a:gd name="connsiteX168" fmla="*/ 3805736 w 5079154"/>
                <a:gd name="connsiteY168" fmla="*/ 4611267 h 5190747"/>
                <a:gd name="connsiteX169" fmla="*/ 3816880 w 5079154"/>
                <a:gd name="connsiteY169" fmla="*/ 4602599 h 5190747"/>
                <a:gd name="connsiteX170" fmla="*/ 3839168 w 5079154"/>
                <a:gd name="connsiteY170" fmla="*/ 4585264 h 5190747"/>
                <a:gd name="connsiteX171" fmla="*/ 3883841 w 5079154"/>
                <a:gd name="connsiteY171" fmla="*/ 4550879 h 5190747"/>
                <a:gd name="connsiteX172" fmla="*/ 3905558 w 5079154"/>
                <a:gd name="connsiteY172" fmla="*/ 4532972 h 5190747"/>
                <a:gd name="connsiteX173" fmla="*/ 3926989 w 5079154"/>
                <a:gd name="connsiteY173" fmla="*/ 4514684 h 5190747"/>
                <a:gd name="connsiteX174" fmla="*/ 3969851 w 5079154"/>
                <a:gd name="connsiteY174" fmla="*/ 4478393 h 5190747"/>
                <a:gd name="connsiteX175" fmla="*/ 4011381 w 5079154"/>
                <a:gd name="connsiteY175" fmla="*/ 4440579 h 5190747"/>
                <a:gd name="connsiteX176" fmla="*/ 4053291 w 5079154"/>
                <a:gd name="connsiteY176" fmla="*/ 4403146 h 5190747"/>
                <a:gd name="connsiteX177" fmla="*/ 4093581 w 5079154"/>
                <a:gd name="connsiteY177" fmla="*/ 4363998 h 5190747"/>
                <a:gd name="connsiteX178" fmla="*/ 4134063 w 5079154"/>
                <a:gd name="connsiteY178" fmla="*/ 4324946 h 5190747"/>
                <a:gd name="connsiteX179" fmla="*/ 4172639 w 5079154"/>
                <a:gd name="connsiteY179" fmla="*/ 4283988 h 5190747"/>
                <a:gd name="connsiteX180" fmla="*/ 4450483 w 5079154"/>
                <a:gd name="connsiteY180" fmla="*/ 3926610 h 5190747"/>
                <a:gd name="connsiteX181" fmla="*/ 4647746 w 5079154"/>
                <a:gd name="connsiteY181" fmla="*/ 3513035 h 5190747"/>
                <a:gd name="connsiteX182" fmla="*/ 4664796 w 5079154"/>
                <a:gd name="connsiteY182" fmla="*/ 3457980 h 5190747"/>
                <a:gd name="connsiteX183" fmla="*/ 4681083 w 5079154"/>
                <a:gd name="connsiteY183" fmla="*/ 3402640 h 5190747"/>
                <a:gd name="connsiteX184" fmla="*/ 4707753 w 5079154"/>
                <a:gd name="connsiteY184" fmla="*/ 3290340 h 5190747"/>
                <a:gd name="connsiteX185" fmla="*/ 4726041 w 5079154"/>
                <a:gd name="connsiteY185" fmla="*/ 3176326 h 5190747"/>
                <a:gd name="connsiteX186" fmla="*/ 4735090 w 5079154"/>
                <a:gd name="connsiteY186" fmla="*/ 3061169 h 5190747"/>
                <a:gd name="connsiteX187" fmla="*/ 4713659 w 5079154"/>
                <a:gd name="connsiteY187" fmla="*/ 2603302 h 5190747"/>
                <a:gd name="connsiteX188" fmla="*/ 4707658 w 5079154"/>
                <a:gd name="connsiteY188" fmla="*/ 2546914 h 5190747"/>
                <a:gd name="connsiteX189" fmla="*/ 4700991 w 5079154"/>
                <a:gd name="connsiteY189" fmla="*/ 2490716 h 5190747"/>
                <a:gd name="connsiteX190" fmla="*/ 4692894 w 5079154"/>
                <a:gd name="connsiteY190" fmla="*/ 2434805 h 5190747"/>
                <a:gd name="connsiteX191" fmla="*/ 4684036 w 5079154"/>
                <a:gd name="connsiteY191" fmla="*/ 2379083 h 5190747"/>
                <a:gd name="connsiteX192" fmla="*/ 4673940 w 5079154"/>
                <a:gd name="connsiteY192" fmla="*/ 2323648 h 5190747"/>
                <a:gd name="connsiteX193" fmla="*/ 4669177 w 5079154"/>
                <a:gd name="connsiteY193" fmla="*/ 2295930 h 5190747"/>
                <a:gd name="connsiteX194" fmla="*/ 4663367 w 5079154"/>
                <a:gd name="connsiteY194" fmla="*/ 2268403 h 5190747"/>
                <a:gd name="connsiteX195" fmla="*/ 4652127 w 5079154"/>
                <a:gd name="connsiteY195" fmla="*/ 2213348 h 5190747"/>
                <a:gd name="connsiteX196" fmla="*/ 4646793 w 5079154"/>
                <a:gd name="connsiteY196" fmla="*/ 2185821 h 5190747"/>
                <a:gd name="connsiteX197" fmla="*/ 4640602 w 5079154"/>
                <a:gd name="connsiteY197" fmla="*/ 2158484 h 5190747"/>
                <a:gd name="connsiteX198" fmla="*/ 4526969 w 5079154"/>
                <a:gd name="connsiteY198" fmla="*/ 1725668 h 5190747"/>
                <a:gd name="connsiteX199" fmla="*/ 4348947 w 5079154"/>
                <a:gd name="connsiteY199" fmla="*/ 1315426 h 5190747"/>
                <a:gd name="connsiteX200" fmla="*/ 4322277 w 5079154"/>
                <a:gd name="connsiteY200" fmla="*/ 1266087 h 5190747"/>
                <a:gd name="connsiteX201" fmla="*/ 4293416 w 5079154"/>
                <a:gd name="connsiteY201" fmla="*/ 1218176 h 5190747"/>
                <a:gd name="connsiteX202" fmla="*/ 4264555 w 5079154"/>
                <a:gd name="connsiteY202" fmla="*/ 1170075 h 5190747"/>
                <a:gd name="connsiteX203" fmla="*/ 4233599 w 5079154"/>
                <a:gd name="connsiteY203" fmla="*/ 1123403 h 5190747"/>
                <a:gd name="connsiteX204" fmla="*/ 4202262 w 5079154"/>
                <a:gd name="connsiteY204" fmla="*/ 1076825 h 5190747"/>
                <a:gd name="connsiteX205" fmla="*/ 4169115 w 5079154"/>
                <a:gd name="connsiteY205" fmla="*/ 1031582 h 5190747"/>
                <a:gd name="connsiteX206" fmla="*/ 4152541 w 5079154"/>
                <a:gd name="connsiteY206" fmla="*/ 1008912 h 5190747"/>
                <a:gd name="connsiteX207" fmla="*/ 4144254 w 5079154"/>
                <a:gd name="connsiteY207" fmla="*/ 997577 h 5190747"/>
                <a:gd name="connsiteX208" fmla="*/ 4135396 w 5079154"/>
                <a:gd name="connsiteY208" fmla="*/ 986719 h 5190747"/>
                <a:gd name="connsiteX209" fmla="*/ 4099963 w 5079154"/>
                <a:gd name="connsiteY209" fmla="*/ 943190 h 5190747"/>
                <a:gd name="connsiteX210" fmla="*/ 3779256 w 5079154"/>
                <a:gd name="connsiteY210" fmla="*/ 627721 h 5190747"/>
                <a:gd name="connsiteX211" fmla="*/ 3593519 w 5079154"/>
                <a:gd name="connsiteY211" fmla="*/ 497705 h 5190747"/>
                <a:gd name="connsiteX212" fmla="*/ 3392827 w 5079154"/>
                <a:gd name="connsiteY212" fmla="*/ 389882 h 5190747"/>
                <a:gd name="connsiteX213" fmla="*/ 2957534 w 5079154"/>
                <a:gd name="connsiteY213" fmla="*/ 245102 h 5190747"/>
                <a:gd name="connsiteX214" fmla="*/ 2901051 w 5079154"/>
                <a:gd name="connsiteY214" fmla="*/ 232910 h 5190747"/>
                <a:gd name="connsiteX215" fmla="*/ 2843901 w 5079154"/>
                <a:gd name="connsiteY215" fmla="*/ 223861 h 5190747"/>
                <a:gd name="connsiteX216" fmla="*/ 2729030 w 5079154"/>
                <a:gd name="connsiteY216" fmla="*/ 208240 h 5190747"/>
                <a:gd name="connsiteX217" fmla="*/ 2671213 w 5079154"/>
                <a:gd name="connsiteY217" fmla="*/ 202716 h 5190747"/>
                <a:gd name="connsiteX218" fmla="*/ 2613206 w 5079154"/>
                <a:gd name="connsiteY218" fmla="*/ 198430 h 5190747"/>
                <a:gd name="connsiteX219" fmla="*/ 2496620 w 5079154"/>
                <a:gd name="connsiteY219" fmla="*/ 193572 h 5190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</a:cxnLst>
              <a:rect l="l" t="t" r="r" b="b"/>
              <a:pathLst>
                <a:path w="5079154" h="5190747">
                  <a:moveTo>
                    <a:pt x="2498620" y="24"/>
                  </a:moveTo>
                  <a:cubicBezTo>
                    <a:pt x="2829900" y="881"/>
                    <a:pt x="3167084" y="51649"/>
                    <a:pt x="3484267" y="172045"/>
                  </a:cubicBezTo>
                  <a:lnTo>
                    <a:pt x="3543417" y="195382"/>
                  </a:lnTo>
                  <a:lnTo>
                    <a:pt x="3573040" y="207002"/>
                  </a:lnTo>
                  <a:cubicBezTo>
                    <a:pt x="3582756" y="211193"/>
                    <a:pt x="3592376" y="215670"/>
                    <a:pt x="3602091" y="220051"/>
                  </a:cubicBezTo>
                  <a:lnTo>
                    <a:pt x="3660099" y="246531"/>
                  </a:lnTo>
                  <a:lnTo>
                    <a:pt x="3689150" y="259771"/>
                  </a:lnTo>
                  <a:cubicBezTo>
                    <a:pt x="3698770" y="264343"/>
                    <a:pt x="3708009" y="269486"/>
                    <a:pt x="3717534" y="274439"/>
                  </a:cubicBezTo>
                  <a:lnTo>
                    <a:pt x="3774303" y="303871"/>
                  </a:lnTo>
                  <a:lnTo>
                    <a:pt x="3802688" y="318635"/>
                  </a:lnTo>
                  <a:cubicBezTo>
                    <a:pt x="3812022" y="323779"/>
                    <a:pt x="3821071" y="329398"/>
                    <a:pt x="3830310" y="334732"/>
                  </a:cubicBezTo>
                  <a:lnTo>
                    <a:pt x="3885555" y="367308"/>
                  </a:lnTo>
                  <a:lnTo>
                    <a:pt x="3913178" y="383691"/>
                  </a:lnTo>
                  <a:lnTo>
                    <a:pt x="3939943" y="401312"/>
                  </a:lnTo>
                  <a:cubicBezTo>
                    <a:pt x="4083580" y="494371"/>
                    <a:pt x="4218168" y="602957"/>
                    <a:pt x="4339612" y="724972"/>
                  </a:cubicBezTo>
                  <a:cubicBezTo>
                    <a:pt x="4460675" y="847368"/>
                    <a:pt x="4570117" y="982051"/>
                    <a:pt x="4664034" y="1126832"/>
                  </a:cubicBezTo>
                  <a:cubicBezTo>
                    <a:pt x="4758331" y="1271421"/>
                    <a:pt x="4837674" y="1425631"/>
                    <a:pt x="4902539" y="1585460"/>
                  </a:cubicBezTo>
                  <a:cubicBezTo>
                    <a:pt x="4966357" y="1745576"/>
                    <a:pt x="5019316" y="1910930"/>
                    <a:pt x="5047891" y="2081046"/>
                  </a:cubicBezTo>
                  <a:cubicBezTo>
                    <a:pt x="5062369" y="2166009"/>
                    <a:pt x="5070847" y="2251829"/>
                    <a:pt x="5075228" y="2337554"/>
                  </a:cubicBezTo>
                  <a:cubicBezTo>
                    <a:pt x="5076942" y="2358986"/>
                    <a:pt x="5077228" y="2380417"/>
                    <a:pt x="5077609" y="2401943"/>
                  </a:cubicBezTo>
                  <a:lnTo>
                    <a:pt x="5078847" y="2466237"/>
                  </a:lnTo>
                  <a:cubicBezTo>
                    <a:pt x="5079609" y="2487668"/>
                    <a:pt x="5078752" y="2509099"/>
                    <a:pt x="5078466" y="2530531"/>
                  </a:cubicBezTo>
                  <a:lnTo>
                    <a:pt x="5076942" y="2594729"/>
                  </a:lnTo>
                  <a:cubicBezTo>
                    <a:pt x="5071037" y="2765894"/>
                    <a:pt x="5038557" y="2934962"/>
                    <a:pt x="4999028" y="3099269"/>
                  </a:cubicBezTo>
                  <a:cubicBezTo>
                    <a:pt x="4988550" y="3140321"/>
                    <a:pt x="4978359" y="3181279"/>
                    <a:pt x="4968738" y="3222141"/>
                  </a:cubicBezTo>
                  <a:lnTo>
                    <a:pt x="4952451" y="3283101"/>
                  </a:lnTo>
                  <a:lnTo>
                    <a:pt x="4936925" y="3344156"/>
                  </a:lnTo>
                  <a:lnTo>
                    <a:pt x="4919875" y="3404831"/>
                  </a:lnTo>
                  <a:cubicBezTo>
                    <a:pt x="4914256" y="3425024"/>
                    <a:pt x="4909207" y="3445407"/>
                    <a:pt x="4903016" y="3465410"/>
                  </a:cubicBezTo>
                  <a:cubicBezTo>
                    <a:pt x="4890252" y="3505415"/>
                    <a:pt x="4878537" y="3545705"/>
                    <a:pt x="4865297" y="3585520"/>
                  </a:cubicBezTo>
                  <a:cubicBezTo>
                    <a:pt x="4811957" y="3744682"/>
                    <a:pt x="4749378" y="3901655"/>
                    <a:pt x="4671177" y="4052340"/>
                  </a:cubicBezTo>
                  <a:cubicBezTo>
                    <a:pt x="4593073" y="4202835"/>
                    <a:pt x="4498870" y="4346948"/>
                    <a:pt x="4386094" y="4476393"/>
                  </a:cubicBezTo>
                  <a:cubicBezTo>
                    <a:pt x="4371997" y="4492490"/>
                    <a:pt x="4358091" y="4508969"/>
                    <a:pt x="4343708" y="4524875"/>
                  </a:cubicBezTo>
                  <a:lnTo>
                    <a:pt x="4298655" y="4570976"/>
                  </a:lnTo>
                  <a:cubicBezTo>
                    <a:pt x="4283605" y="4586312"/>
                    <a:pt x="4268651" y="4601742"/>
                    <a:pt x="4252935" y="4616411"/>
                  </a:cubicBezTo>
                  <a:cubicBezTo>
                    <a:pt x="4237028" y="4630793"/>
                    <a:pt x="4221026" y="4645176"/>
                    <a:pt x="4204738" y="4659273"/>
                  </a:cubicBezTo>
                  <a:lnTo>
                    <a:pt x="4180354" y="4680419"/>
                  </a:lnTo>
                  <a:cubicBezTo>
                    <a:pt x="4172163" y="4687372"/>
                    <a:pt x="4164257" y="4694706"/>
                    <a:pt x="4155494" y="4700898"/>
                  </a:cubicBezTo>
                  <a:lnTo>
                    <a:pt x="4103964" y="4739664"/>
                  </a:lnTo>
                  <a:lnTo>
                    <a:pt x="4078151" y="4759000"/>
                  </a:lnTo>
                  <a:cubicBezTo>
                    <a:pt x="4069578" y="4765477"/>
                    <a:pt x="4060910" y="4771764"/>
                    <a:pt x="4051766" y="4777479"/>
                  </a:cubicBezTo>
                  <a:lnTo>
                    <a:pt x="3997950" y="4812816"/>
                  </a:lnTo>
                  <a:lnTo>
                    <a:pt x="3970994" y="4830342"/>
                  </a:lnTo>
                  <a:lnTo>
                    <a:pt x="3957469" y="4839010"/>
                  </a:lnTo>
                  <a:lnTo>
                    <a:pt x="3943563" y="4847011"/>
                  </a:lnTo>
                  <a:lnTo>
                    <a:pt x="3887746" y="4878824"/>
                  </a:lnTo>
                  <a:lnTo>
                    <a:pt x="3859742" y="4894541"/>
                  </a:lnTo>
                  <a:lnTo>
                    <a:pt x="3845741" y="4902351"/>
                  </a:lnTo>
                  <a:lnTo>
                    <a:pt x="3831358" y="4909400"/>
                  </a:lnTo>
                  <a:lnTo>
                    <a:pt x="3773827" y="4937498"/>
                  </a:lnTo>
                  <a:lnTo>
                    <a:pt x="3745157" y="4951500"/>
                  </a:lnTo>
                  <a:cubicBezTo>
                    <a:pt x="3735632" y="4956263"/>
                    <a:pt x="3726012" y="4960835"/>
                    <a:pt x="3716106" y="4964835"/>
                  </a:cubicBezTo>
                  <a:lnTo>
                    <a:pt x="3657146" y="4989314"/>
                  </a:lnTo>
                  <a:cubicBezTo>
                    <a:pt x="3637429" y="4997220"/>
                    <a:pt x="3618093" y="5005983"/>
                    <a:pt x="3598091" y="5013032"/>
                  </a:cubicBezTo>
                  <a:lnTo>
                    <a:pt x="3538083" y="5033986"/>
                  </a:lnTo>
                  <a:cubicBezTo>
                    <a:pt x="3518081" y="5040845"/>
                    <a:pt x="3498174" y="5047989"/>
                    <a:pt x="3478171" y="5054656"/>
                  </a:cubicBezTo>
                  <a:lnTo>
                    <a:pt x="3417306" y="5072086"/>
                  </a:lnTo>
                  <a:lnTo>
                    <a:pt x="3356632" y="5089422"/>
                  </a:lnTo>
                  <a:cubicBezTo>
                    <a:pt x="3336344" y="5094756"/>
                    <a:pt x="3315770" y="5099138"/>
                    <a:pt x="3295386" y="5103996"/>
                  </a:cubicBezTo>
                  <a:cubicBezTo>
                    <a:pt x="3254524" y="5113330"/>
                    <a:pt x="3213948" y="5123712"/>
                    <a:pt x="3172514" y="5129999"/>
                  </a:cubicBezTo>
                  <a:lnTo>
                    <a:pt x="3110887" y="5141143"/>
                  </a:lnTo>
                  <a:lnTo>
                    <a:pt x="3080121" y="5146667"/>
                  </a:lnTo>
                  <a:cubicBezTo>
                    <a:pt x="3069834" y="5148286"/>
                    <a:pt x="3059547" y="5149525"/>
                    <a:pt x="3049165" y="5150954"/>
                  </a:cubicBezTo>
                  <a:cubicBezTo>
                    <a:pt x="2884859" y="5176481"/>
                    <a:pt x="2718838" y="5186958"/>
                    <a:pt x="2555008" y="5189435"/>
                  </a:cubicBezTo>
                  <a:cubicBezTo>
                    <a:pt x="2514050" y="5190197"/>
                    <a:pt x="2473093" y="5191244"/>
                    <a:pt x="2431945" y="5190483"/>
                  </a:cubicBezTo>
                  <a:lnTo>
                    <a:pt x="2370318" y="5190387"/>
                  </a:lnTo>
                  <a:cubicBezTo>
                    <a:pt x="2349744" y="5190292"/>
                    <a:pt x="2329266" y="5190577"/>
                    <a:pt x="2308501" y="5189244"/>
                  </a:cubicBezTo>
                  <a:lnTo>
                    <a:pt x="2184200" y="5183434"/>
                  </a:lnTo>
                  <a:lnTo>
                    <a:pt x="2059994" y="5172099"/>
                  </a:lnTo>
                  <a:cubicBezTo>
                    <a:pt x="1894544" y="5153335"/>
                    <a:pt x="1729095" y="5121236"/>
                    <a:pt x="1568027" y="5069134"/>
                  </a:cubicBezTo>
                  <a:lnTo>
                    <a:pt x="1537738" y="5059704"/>
                  </a:lnTo>
                  <a:cubicBezTo>
                    <a:pt x="1527546" y="5056751"/>
                    <a:pt x="1517831" y="5052465"/>
                    <a:pt x="1507829" y="5048941"/>
                  </a:cubicBezTo>
                  <a:lnTo>
                    <a:pt x="1448298" y="5026557"/>
                  </a:lnTo>
                  <a:lnTo>
                    <a:pt x="1418485" y="5015318"/>
                  </a:lnTo>
                  <a:cubicBezTo>
                    <a:pt x="1408484" y="5011698"/>
                    <a:pt x="1398959" y="5006840"/>
                    <a:pt x="1389243" y="5002649"/>
                  </a:cubicBezTo>
                  <a:lnTo>
                    <a:pt x="1331045" y="4976360"/>
                  </a:lnTo>
                  <a:cubicBezTo>
                    <a:pt x="1253702" y="4940737"/>
                    <a:pt x="1178645" y="4899494"/>
                    <a:pt x="1106446" y="4853583"/>
                  </a:cubicBezTo>
                  <a:cubicBezTo>
                    <a:pt x="962047" y="4761667"/>
                    <a:pt x="829268" y="4650796"/>
                    <a:pt x="710777" y="4526495"/>
                  </a:cubicBezTo>
                  <a:cubicBezTo>
                    <a:pt x="592667" y="4401813"/>
                    <a:pt x="488940" y="4263795"/>
                    <a:pt x="400834" y="4116824"/>
                  </a:cubicBezTo>
                  <a:cubicBezTo>
                    <a:pt x="312728" y="3969758"/>
                    <a:pt x="239671" y="3814215"/>
                    <a:pt x="181092" y="3653719"/>
                  </a:cubicBezTo>
                  <a:cubicBezTo>
                    <a:pt x="122418" y="3493223"/>
                    <a:pt x="78127" y="3327773"/>
                    <a:pt x="47361" y="3159943"/>
                  </a:cubicBezTo>
                  <a:cubicBezTo>
                    <a:pt x="43646" y="3138988"/>
                    <a:pt x="39265" y="3118033"/>
                    <a:pt x="36026" y="3096887"/>
                  </a:cubicBezTo>
                  <a:lnTo>
                    <a:pt x="26882" y="3033546"/>
                  </a:lnTo>
                  <a:cubicBezTo>
                    <a:pt x="24120" y="3012400"/>
                    <a:pt x="20596" y="2991350"/>
                    <a:pt x="18596" y="2970110"/>
                  </a:cubicBezTo>
                  <a:lnTo>
                    <a:pt x="12214" y="2906482"/>
                  </a:lnTo>
                  <a:cubicBezTo>
                    <a:pt x="7261" y="2864096"/>
                    <a:pt x="5737" y="2821424"/>
                    <a:pt x="3451" y="2778848"/>
                  </a:cubicBezTo>
                  <a:cubicBezTo>
                    <a:pt x="689" y="2736271"/>
                    <a:pt x="308" y="2693599"/>
                    <a:pt x="22" y="2650927"/>
                  </a:cubicBezTo>
                  <a:cubicBezTo>
                    <a:pt x="-645" y="2480334"/>
                    <a:pt x="13928" y="2309837"/>
                    <a:pt x="42313" y="2141625"/>
                  </a:cubicBezTo>
                  <a:cubicBezTo>
                    <a:pt x="70507" y="1973414"/>
                    <a:pt x="111369" y="1807202"/>
                    <a:pt x="165662" y="1644896"/>
                  </a:cubicBezTo>
                  <a:cubicBezTo>
                    <a:pt x="219954" y="1482685"/>
                    <a:pt x="287963" y="1324666"/>
                    <a:pt x="370259" y="1173504"/>
                  </a:cubicBezTo>
                  <a:cubicBezTo>
                    <a:pt x="452459" y="1022438"/>
                    <a:pt x="549519" y="878515"/>
                    <a:pt x="661247" y="746022"/>
                  </a:cubicBezTo>
                  <a:lnTo>
                    <a:pt x="704015" y="696968"/>
                  </a:lnTo>
                  <a:cubicBezTo>
                    <a:pt x="718302" y="680680"/>
                    <a:pt x="732113" y="664012"/>
                    <a:pt x="747353" y="648486"/>
                  </a:cubicBezTo>
                  <a:lnTo>
                    <a:pt x="792121" y="601147"/>
                  </a:lnTo>
                  <a:lnTo>
                    <a:pt x="814505" y="577429"/>
                  </a:lnTo>
                  <a:cubicBezTo>
                    <a:pt x="822125" y="569619"/>
                    <a:pt x="830221" y="562380"/>
                    <a:pt x="838031" y="554855"/>
                  </a:cubicBezTo>
                  <a:cubicBezTo>
                    <a:pt x="853843" y="539901"/>
                    <a:pt x="869845" y="525137"/>
                    <a:pt x="885942" y="510469"/>
                  </a:cubicBezTo>
                  <a:cubicBezTo>
                    <a:pt x="894038" y="503230"/>
                    <a:pt x="902039" y="495800"/>
                    <a:pt x="910326" y="488752"/>
                  </a:cubicBezTo>
                  <a:lnTo>
                    <a:pt x="935948" y="468368"/>
                  </a:lnTo>
                  <a:cubicBezTo>
                    <a:pt x="970334" y="441508"/>
                    <a:pt x="1004147" y="414171"/>
                    <a:pt x="1040533" y="390073"/>
                  </a:cubicBezTo>
                  <a:cubicBezTo>
                    <a:pt x="1183313" y="290155"/>
                    <a:pt x="1339713" y="210907"/>
                    <a:pt x="1501638" y="152614"/>
                  </a:cubicBezTo>
                  <a:cubicBezTo>
                    <a:pt x="1663658" y="93940"/>
                    <a:pt x="1830822" y="56602"/>
                    <a:pt x="1997700" y="32599"/>
                  </a:cubicBezTo>
                  <a:cubicBezTo>
                    <a:pt x="2164864" y="9073"/>
                    <a:pt x="2332599" y="-548"/>
                    <a:pt x="2498620" y="24"/>
                  </a:cubicBezTo>
                  <a:close/>
                  <a:moveTo>
                    <a:pt x="2496620" y="193572"/>
                  </a:moveTo>
                  <a:cubicBezTo>
                    <a:pt x="2340886" y="190714"/>
                    <a:pt x="2186486" y="205859"/>
                    <a:pt x="2037229" y="241483"/>
                  </a:cubicBezTo>
                  <a:cubicBezTo>
                    <a:pt x="1887972" y="276820"/>
                    <a:pt x="1745383" y="333494"/>
                    <a:pt x="1613081" y="404646"/>
                  </a:cubicBezTo>
                  <a:cubicBezTo>
                    <a:pt x="1480683" y="475893"/>
                    <a:pt x="1358477" y="561904"/>
                    <a:pt x="1245892" y="657725"/>
                  </a:cubicBezTo>
                  <a:cubicBezTo>
                    <a:pt x="1216841" y="680490"/>
                    <a:pt x="1190837" y="707160"/>
                    <a:pt x="1163310" y="731639"/>
                  </a:cubicBezTo>
                  <a:lnTo>
                    <a:pt x="1142831" y="750118"/>
                  </a:lnTo>
                  <a:cubicBezTo>
                    <a:pt x="1136069" y="756404"/>
                    <a:pt x="1129687" y="763072"/>
                    <a:pt x="1123019" y="769453"/>
                  </a:cubicBezTo>
                  <a:cubicBezTo>
                    <a:pt x="1109780" y="782312"/>
                    <a:pt x="1096540" y="795171"/>
                    <a:pt x="1083014" y="807744"/>
                  </a:cubicBezTo>
                  <a:cubicBezTo>
                    <a:pt x="1076347" y="814126"/>
                    <a:pt x="1069394" y="820222"/>
                    <a:pt x="1062917" y="826794"/>
                  </a:cubicBezTo>
                  <a:lnTo>
                    <a:pt x="1043676" y="846701"/>
                  </a:lnTo>
                  <a:lnTo>
                    <a:pt x="1005100" y="886516"/>
                  </a:lnTo>
                  <a:cubicBezTo>
                    <a:pt x="991860" y="899470"/>
                    <a:pt x="980240" y="913948"/>
                    <a:pt x="968143" y="927949"/>
                  </a:cubicBezTo>
                  <a:lnTo>
                    <a:pt x="932138" y="970336"/>
                  </a:lnTo>
                  <a:cubicBezTo>
                    <a:pt x="744020" y="1200269"/>
                    <a:pt x="605526" y="1472113"/>
                    <a:pt x="514467" y="1759006"/>
                  </a:cubicBezTo>
                  <a:cubicBezTo>
                    <a:pt x="468842" y="1902547"/>
                    <a:pt x="435219" y="2050376"/>
                    <a:pt x="413693" y="2199918"/>
                  </a:cubicBezTo>
                  <a:cubicBezTo>
                    <a:pt x="392261" y="2349556"/>
                    <a:pt x="381689" y="2500622"/>
                    <a:pt x="380546" y="2651689"/>
                  </a:cubicBezTo>
                  <a:lnTo>
                    <a:pt x="380260" y="2708363"/>
                  </a:lnTo>
                  <a:cubicBezTo>
                    <a:pt x="379688" y="2727317"/>
                    <a:pt x="381117" y="2746082"/>
                    <a:pt x="381403" y="2765036"/>
                  </a:cubicBezTo>
                  <a:lnTo>
                    <a:pt x="383117" y="2821710"/>
                  </a:lnTo>
                  <a:cubicBezTo>
                    <a:pt x="383213" y="2831140"/>
                    <a:pt x="383879" y="2840570"/>
                    <a:pt x="384546" y="2849999"/>
                  </a:cubicBezTo>
                  <a:lnTo>
                    <a:pt x="386261" y="2878289"/>
                  </a:lnTo>
                  <a:lnTo>
                    <a:pt x="389499" y="2934867"/>
                  </a:lnTo>
                  <a:cubicBezTo>
                    <a:pt x="390452" y="2953727"/>
                    <a:pt x="392928" y="2972491"/>
                    <a:pt x="394547" y="2991255"/>
                  </a:cubicBezTo>
                  <a:lnTo>
                    <a:pt x="399691" y="3047738"/>
                  </a:lnTo>
                  <a:cubicBezTo>
                    <a:pt x="401501" y="3066598"/>
                    <a:pt x="404358" y="3085172"/>
                    <a:pt x="406644" y="3103936"/>
                  </a:cubicBezTo>
                  <a:cubicBezTo>
                    <a:pt x="425599" y="3253859"/>
                    <a:pt x="456650" y="3402354"/>
                    <a:pt x="500370" y="3546753"/>
                  </a:cubicBezTo>
                  <a:cubicBezTo>
                    <a:pt x="544090" y="3691152"/>
                    <a:pt x="600668" y="3831550"/>
                    <a:pt x="670677" y="3964710"/>
                  </a:cubicBezTo>
                  <a:cubicBezTo>
                    <a:pt x="740591" y="4097870"/>
                    <a:pt x="823458" y="4224171"/>
                    <a:pt x="920042" y="4339233"/>
                  </a:cubicBezTo>
                  <a:cubicBezTo>
                    <a:pt x="1016720" y="4454105"/>
                    <a:pt x="1127115" y="4557356"/>
                    <a:pt x="1248464" y="4646700"/>
                  </a:cubicBezTo>
                  <a:lnTo>
                    <a:pt x="1294374" y="4679657"/>
                  </a:lnTo>
                  <a:lnTo>
                    <a:pt x="1317329" y="4696230"/>
                  </a:lnTo>
                  <a:lnTo>
                    <a:pt x="1341237" y="4711375"/>
                  </a:lnTo>
                  <a:lnTo>
                    <a:pt x="1388957" y="4742046"/>
                  </a:lnTo>
                  <a:cubicBezTo>
                    <a:pt x="1396958" y="4747094"/>
                    <a:pt x="1404769" y="4752523"/>
                    <a:pt x="1412960" y="4757190"/>
                  </a:cubicBezTo>
                  <a:lnTo>
                    <a:pt x="1437725" y="4771097"/>
                  </a:lnTo>
                  <a:lnTo>
                    <a:pt x="1487351" y="4798910"/>
                  </a:lnTo>
                  <a:cubicBezTo>
                    <a:pt x="1495733" y="4803387"/>
                    <a:pt x="1503734" y="4808625"/>
                    <a:pt x="1512402" y="4812626"/>
                  </a:cubicBezTo>
                  <a:lnTo>
                    <a:pt x="1538024" y="4825199"/>
                  </a:lnTo>
                  <a:lnTo>
                    <a:pt x="1589364" y="4850345"/>
                  </a:lnTo>
                  <a:cubicBezTo>
                    <a:pt x="1598031" y="4854345"/>
                    <a:pt x="1606318" y="4859108"/>
                    <a:pt x="1615176" y="4862632"/>
                  </a:cubicBezTo>
                  <a:lnTo>
                    <a:pt x="1641560" y="4873681"/>
                  </a:lnTo>
                  <a:cubicBezTo>
                    <a:pt x="1781864" y="4934355"/>
                    <a:pt x="1930549" y="4979218"/>
                    <a:pt x="2083616" y="5005602"/>
                  </a:cubicBezTo>
                  <a:lnTo>
                    <a:pt x="2199059" y="5021985"/>
                  </a:lnTo>
                  <a:cubicBezTo>
                    <a:pt x="2237825" y="5025604"/>
                    <a:pt x="2276688" y="5028176"/>
                    <a:pt x="2315645" y="5031224"/>
                  </a:cubicBezTo>
                  <a:cubicBezTo>
                    <a:pt x="2334981" y="5033225"/>
                    <a:pt x="2354697" y="5033034"/>
                    <a:pt x="2374414" y="5033415"/>
                  </a:cubicBezTo>
                  <a:lnTo>
                    <a:pt x="2433374" y="5034273"/>
                  </a:lnTo>
                  <a:cubicBezTo>
                    <a:pt x="2472617" y="5035129"/>
                    <a:pt x="2512146" y="5033892"/>
                    <a:pt x="2551579" y="5033130"/>
                  </a:cubicBezTo>
                  <a:cubicBezTo>
                    <a:pt x="2591013" y="5031891"/>
                    <a:pt x="2630637" y="5031701"/>
                    <a:pt x="2669499" y="5027700"/>
                  </a:cubicBezTo>
                  <a:lnTo>
                    <a:pt x="2727982" y="5022747"/>
                  </a:lnTo>
                  <a:lnTo>
                    <a:pt x="2757224" y="5020270"/>
                  </a:lnTo>
                  <a:lnTo>
                    <a:pt x="2771797" y="5018937"/>
                  </a:lnTo>
                  <a:lnTo>
                    <a:pt x="2786275" y="5016842"/>
                  </a:lnTo>
                  <a:lnTo>
                    <a:pt x="2902099" y="4999792"/>
                  </a:lnTo>
                  <a:cubicBezTo>
                    <a:pt x="2940485" y="4992839"/>
                    <a:pt x="2978394" y="4984076"/>
                    <a:pt x="3016494" y="4976170"/>
                  </a:cubicBezTo>
                  <a:cubicBezTo>
                    <a:pt x="3167942" y="4940737"/>
                    <a:pt x="3314246" y="4888540"/>
                    <a:pt x="3452263" y="4822627"/>
                  </a:cubicBezTo>
                  <a:lnTo>
                    <a:pt x="3503889" y="4797767"/>
                  </a:lnTo>
                  <a:cubicBezTo>
                    <a:pt x="3521033" y="4789385"/>
                    <a:pt x="3537416" y="4779479"/>
                    <a:pt x="3554085" y="4770430"/>
                  </a:cubicBezTo>
                  <a:lnTo>
                    <a:pt x="3603996" y="4742903"/>
                  </a:lnTo>
                  <a:cubicBezTo>
                    <a:pt x="3612474" y="4738616"/>
                    <a:pt x="3620475" y="4733568"/>
                    <a:pt x="3628475" y="4728425"/>
                  </a:cubicBezTo>
                  <a:lnTo>
                    <a:pt x="3652669" y="4713375"/>
                  </a:lnTo>
                  <a:lnTo>
                    <a:pt x="3700866" y="4683467"/>
                  </a:lnTo>
                  <a:lnTo>
                    <a:pt x="3712867" y="4675942"/>
                  </a:lnTo>
                  <a:lnTo>
                    <a:pt x="3724488" y="4667750"/>
                  </a:lnTo>
                  <a:lnTo>
                    <a:pt x="3747633" y="4651463"/>
                  </a:lnTo>
                  <a:lnTo>
                    <a:pt x="3794115" y="4619268"/>
                  </a:lnTo>
                  <a:lnTo>
                    <a:pt x="3805736" y="4611267"/>
                  </a:lnTo>
                  <a:lnTo>
                    <a:pt x="3816880" y="4602599"/>
                  </a:lnTo>
                  <a:lnTo>
                    <a:pt x="3839168" y="4585264"/>
                  </a:lnTo>
                  <a:lnTo>
                    <a:pt x="3883841" y="4550879"/>
                  </a:lnTo>
                  <a:cubicBezTo>
                    <a:pt x="3891366" y="4545354"/>
                    <a:pt x="3898509" y="4539163"/>
                    <a:pt x="3905558" y="4532972"/>
                  </a:cubicBezTo>
                  <a:lnTo>
                    <a:pt x="3926989" y="4514684"/>
                  </a:lnTo>
                  <a:lnTo>
                    <a:pt x="3969851" y="4478393"/>
                  </a:lnTo>
                  <a:cubicBezTo>
                    <a:pt x="3984234" y="4466392"/>
                    <a:pt x="3997379" y="4452962"/>
                    <a:pt x="4011381" y="4440579"/>
                  </a:cubicBezTo>
                  <a:cubicBezTo>
                    <a:pt x="4025192" y="4427911"/>
                    <a:pt x="4039193" y="4415529"/>
                    <a:pt x="4053291" y="4403146"/>
                  </a:cubicBezTo>
                  <a:cubicBezTo>
                    <a:pt x="4067102" y="4390573"/>
                    <a:pt x="4079960" y="4376857"/>
                    <a:pt x="4093581" y="4363998"/>
                  </a:cubicBezTo>
                  <a:lnTo>
                    <a:pt x="4134063" y="4324946"/>
                  </a:lnTo>
                  <a:lnTo>
                    <a:pt x="4172639" y="4283988"/>
                  </a:lnTo>
                  <a:cubicBezTo>
                    <a:pt x="4275223" y="4174546"/>
                    <a:pt x="4369425" y="4055579"/>
                    <a:pt x="4450483" y="3926610"/>
                  </a:cubicBezTo>
                  <a:cubicBezTo>
                    <a:pt x="4531541" y="3797832"/>
                    <a:pt x="4599359" y="3658957"/>
                    <a:pt x="4647746" y="3513035"/>
                  </a:cubicBezTo>
                  <a:cubicBezTo>
                    <a:pt x="4654604" y="3495032"/>
                    <a:pt x="4659176" y="3476268"/>
                    <a:pt x="4664796" y="3457980"/>
                  </a:cubicBezTo>
                  <a:lnTo>
                    <a:pt x="4681083" y="3402640"/>
                  </a:lnTo>
                  <a:cubicBezTo>
                    <a:pt x="4690704" y="3365397"/>
                    <a:pt x="4699181" y="3327869"/>
                    <a:pt x="4707753" y="3290340"/>
                  </a:cubicBezTo>
                  <a:cubicBezTo>
                    <a:pt x="4714802" y="3252431"/>
                    <a:pt x="4720517" y="3214331"/>
                    <a:pt x="4726041" y="3176326"/>
                  </a:cubicBezTo>
                  <a:cubicBezTo>
                    <a:pt x="4729566" y="3137845"/>
                    <a:pt x="4733090" y="3099554"/>
                    <a:pt x="4735090" y="3061169"/>
                  </a:cubicBezTo>
                  <a:cubicBezTo>
                    <a:pt x="4741281" y="2906959"/>
                    <a:pt x="4727280" y="2753702"/>
                    <a:pt x="4713659" y="2603302"/>
                  </a:cubicBezTo>
                  <a:lnTo>
                    <a:pt x="4707658" y="2546914"/>
                  </a:lnTo>
                  <a:cubicBezTo>
                    <a:pt x="4705658" y="2528149"/>
                    <a:pt x="4704134" y="2509385"/>
                    <a:pt x="4700991" y="2490716"/>
                  </a:cubicBezTo>
                  <a:lnTo>
                    <a:pt x="4692894" y="2434805"/>
                  </a:lnTo>
                  <a:cubicBezTo>
                    <a:pt x="4690227" y="2416136"/>
                    <a:pt x="4687656" y="2397562"/>
                    <a:pt x="4684036" y="2379083"/>
                  </a:cubicBezTo>
                  <a:lnTo>
                    <a:pt x="4673940" y="2323648"/>
                  </a:lnTo>
                  <a:lnTo>
                    <a:pt x="4669177" y="2295930"/>
                  </a:lnTo>
                  <a:cubicBezTo>
                    <a:pt x="4667463" y="2286691"/>
                    <a:pt x="4665272" y="2277547"/>
                    <a:pt x="4663367" y="2268403"/>
                  </a:cubicBezTo>
                  <a:cubicBezTo>
                    <a:pt x="4659366" y="2250115"/>
                    <a:pt x="4655747" y="2231732"/>
                    <a:pt x="4652127" y="2213348"/>
                  </a:cubicBezTo>
                  <a:lnTo>
                    <a:pt x="4646793" y="2185821"/>
                  </a:lnTo>
                  <a:lnTo>
                    <a:pt x="4640602" y="2158484"/>
                  </a:lnTo>
                  <a:cubicBezTo>
                    <a:pt x="4608979" y="2012561"/>
                    <a:pt x="4575737" y="1866829"/>
                    <a:pt x="4526969" y="1725668"/>
                  </a:cubicBezTo>
                  <a:cubicBezTo>
                    <a:pt x="4479344" y="1584222"/>
                    <a:pt x="4419813" y="1446776"/>
                    <a:pt x="4348947" y="1315426"/>
                  </a:cubicBezTo>
                  <a:lnTo>
                    <a:pt x="4322277" y="1266087"/>
                  </a:lnTo>
                  <a:lnTo>
                    <a:pt x="4293416" y="1218176"/>
                  </a:lnTo>
                  <a:cubicBezTo>
                    <a:pt x="4283796" y="1202174"/>
                    <a:pt x="4274557" y="1185887"/>
                    <a:pt x="4264555" y="1170075"/>
                  </a:cubicBezTo>
                  <a:lnTo>
                    <a:pt x="4233599" y="1123403"/>
                  </a:lnTo>
                  <a:cubicBezTo>
                    <a:pt x="4223121" y="1107972"/>
                    <a:pt x="4213406" y="1091875"/>
                    <a:pt x="4202262" y="1076825"/>
                  </a:cubicBezTo>
                  <a:lnTo>
                    <a:pt x="4169115" y="1031582"/>
                  </a:lnTo>
                  <a:lnTo>
                    <a:pt x="4152541" y="1008912"/>
                  </a:lnTo>
                  <a:lnTo>
                    <a:pt x="4144254" y="997577"/>
                  </a:lnTo>
                  <a:lnTo>
                    <a:pt x="4135396" y="986719"/>
                  </a:lnTo>
                  <a:lnTo>
                    <a:pt x="4099963" y="943190"/>
                  </a:lnTo>
                  <a:cubicBezTo>
                    <a:pt x="4004999" y="827461"/>
                    <a:pt x="3897938" y="720781"/>
                    <a:pt x="3779256" y="627721"/>
                  </a:cubicBezTo>
                  <a:cubicBezTo>
                    <a:pt x="3719916" y="581144"/>
                    <a:pt x="3657908" y="537710"/>
                    <a:pt x="3593519" y="497705"/>
                  </a:cubicBezTo>
                  <a:cubicBezTo>
                    <a:pt x="3528844" y="458367"/>
                    <a:pt x="3462074" y="421791"/>
                    <a:pt x="3392827" y="389882"/>
                  </a:cubicBezTo>
                  <a:cubicBezTo>
                    <a:pt x="3254715" y="325398"/>
                    <a:pt x="3108125" y="277487"/>
                    <a:pt x="2957534" y="245102"/>
                  </a:cubicBezTo>
                  <a:lnTo>
                    <a:pt x="2901051" y="232910"/>
                  </a:lnTo>
                  <a:cubicBezTo>
                    <a:pt x="2882097" y="229576"/>
                    <a:pt x="2862951" y="226909"/>
                    <a:pt x="2843901" y="223861"/>
                  </a:cubicBezTo>
                  <a:cubicBezTo>
                    <a:pt x="2805706" y="218146"/>
                    <a:pt x="2767701" y="211193"/>
                    <a:pt x="2729030" y="208240"/>
                  </a:cubicBezTo>
                  <a:lnTo>
                    <a:pt x="2671213" y="202716"/>
                  </a:lnTo>
                  <a:cubicBezTo>
                    <a:pt x="2651973" y="200906"/>
                    <a:pt x="2632732" y="198811"/>
                    <a:pt x="2613206" y="198430"/>
                  </a:cubicBezTo>
                  <a:lnTo>
                    <a:pt x="2496620" y="193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23" name="Freeform: Shape 22">
              <a:extLst>
                <a:ext uri="{FF2B5EF4-FFF2-40B4-BE49-F238E27FC236}">
                  <a16:creationId xmlns:a16="http://schemas.microsoft.com/office/drawing/2014/main" id="{F00387E4-31F7-4BBB-A9C7-508D62215F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14665" y="738154"/>
              <a:ext cx="5366579" cy="5378461"/>
            </a:xfrm>
            <a:custGeom>
              <a:avLst/>
              <a:gdLst>
                <a:gd name="connsiteX0" fmla="*/ 2659998 w 5366579"/>
                <a:gd name="connsiteY0" fmla="*/ 1557 h 5378461"/>
                <a:gd name="connsiteX1" fmla="*/ 3683078 w 5366579"/>
                <a:gd name="connsiteY1" fmla="*/ 158815 h 5378461"/>
                <a:gd name="connsiteX2" fmla="*/ 3744609 w 5366579"/>
                <a:gd name="connsiteY2" fmla="*/ 181294 h 5378461"/>
                <a:gd name="connsiteX3" fmla="*/ 3775470 w 5366579"/>
                <a:gd name="connsiteY3" fmla="*/ 192438 h 5378461"/>
                <a:gd name="connsiteX4" fmla="*/ 3806141 w 5366579"/>
                <a:gd name="connsiteY4" fmla="*/ 204154 h 5378461"/>
                <a:gd name="connsiteX5" fmla="*/ 3927109 w 5366579"/>
                <a:gd name="connsiteY5" fmla="*/ 255874 h 5378461"/>
                <a:gd name="connsiteX6" fmla="*/ 4045695 w 5366579"/>
                <a:gd name="connsiteY6" fmla="*/ 313786 h 5378461"/>
                <a:gd name="connsiteX7" fmla="*/ 4161233 w 5366579"/>
                <a:gd name="connsiteY7" fmla="*/ 378461 h 5378461"/>
                <a:gd name="connsiteX8" fmla="*/ 4585095 w 5366579"/>
                <a:gd name="connsiteY8" fmla="*/ 700597 h 5378461"/>
                <a:gd name="connsiteX9" fmla="*/ 5176217 w 5366579"/>
                <a:gd name="connsiteY9" fmla="*/ 1590232 h 5378461"/>
                <a:gd name="connsiteX10" fmla="*/ 5366432 w 5366579"/>
                <a:gd name="connsiteY10" fmla="*/ 2641982 h 5378461"/>
                <a:gd name="connsiteX11" fmla="*/ 4594239 w 5366579"/>
                <a:gd name="connsiteY11" fmla="*/ 4567938 h 5378461"/>
                <a:gd name="connsiteX12" fmla="*/ 4193332 w 5366579"/>
                <a:gd name="connsiteY12" fmla="*/ 4906456 h 5378461"/>
                <a:gd name="connsiteX13" fmla="*/ 4166376 w 5366579"/>
                <a:gd name="connsiteY13" fmla="*/ 4925220 h 5378461"/>
                <a:gd name="connsiteX14" fmla="*/ 4138563 w 5366579"/>
                <a:gd name="connsiteY14" fmla="*/ 4942651 h 5378461"/>
                <a:gd name="connsiteX15" fmla="*/ 4082652 w 5366579"/>
                <a:gd name="connsiteY15" fmla="*/ 4977132 h 5378461"/>
                <a:gd name="connsiteX16" fmla="*/ 4054743 w 5366579"/>
                <a:gd name="connsiteY16" fmla="*/ 4994467 h 5378461"/>
                <a:gd name="connsiteX17" fmla="*/ 4026073 w 5366579"/>
                <a:gd name="connsiteY17" fmla="*/ 5010469 h 5378461"/>
                <a:gd name="connsiteX18" fmla="*/ 3968447 w 5366579"/>
                <a:gd name="connsiteY18" fmla="*/ 5042092 h 5378461"/>
                <a:gd name="connsiteX19" fmla="*/ 3939586 w 5366579"/>
                <a:gd name="connsiteY19" fmla="*/ 5057904 h 5378461"/>
                <a:gd name="connsiteX20" fmla="*/ 3910059 w 5366579"/>
                <a:gd name="connsiteY20" fmla="*/ 5072286 h 5378461"/>
                <a:gd name="connsiteX21" fmla="*/ 3850813 w 5366579"/>
                <a:gd name="connsiteY21" fmla="*/ 5100671 h 5378461"/>
                <a:gd name="connsiteX22" fmla="*/ 3730417 w 5366579"/>
                <a:gd name="connsiteY22" fmla="*/ 5153439 h 5378461"/>
                <a:gd name="connsiteX23" fmla="*/ 3227116 w 5366579"/>
                <a:gd name="connsiteY23" fmla="*/ 5305172 h 5378461"/>
                <a:gd name="connsiteX24" fmla="*/ 3162346 w 5366579"/>
                <a:gd name="connsiteY24" fmla="*/ 5317841 h 5378461"/>
                <a:gd name="connsiteX25" fmla="*/ 3097386 w 5366579"/>
                <a:gd name="connsiteY25" fmla="*/ 5329175 h 5378461"/>
                <a:gd name="connsiteX26" fmla="*/ 2966893 w 5366579"/>
                <a:gd name="connsiteY26" fmla="*/ 5348225 h 5378461"/>
                <a:gd name="connsiteX27" fmla="*/ 2835543 w 5366579"/>
                <a:gd name="connsiteY27" fmla="*/ 5360798 h 5378461"/>
                <a:gd name="connsiteX28" fmla="*/ 2802682 w 5366579"/>
                <a:gd name="connsiteY28" fmla="*/ 5363751 h 5378461"/>
                <a:gd name="connsiteX29" fmla="*/ 2770107 w 5366579"/>
                <a:gd name="connsiteY29" fmla="*/ 5365276 h 5378461"/>
                <a:gd name="connsiteX30" fmla="*/ 2704956 w 5366579"/>
                <a:gd name="connsiteY30" fmla="*/ 5368323 h 5378461"/>
                <a:gd name="connsiteX31" fmla="*/ 2574273 w 5366579"/>
                <a:gd name="connsiteY31" fmla="*/ 5374419 h 5378461"/>
                <a:gd name="connsiteX32" fmla="*/ 2442637 w 5366579"/>
                <a:gd name="connsiteY32" fmla="*/ 5378134 h 5378461"/>
                <a:gd name="connsiteX33" fmla="*/ 2376057 w 5366579"/>
                <a:gd name="connsiteY33" fmla="*/ 5377563 h 5378461"/>
                <a:gd name="connsiteX34" fmla="*/ 2309382 w 5366579"/>
                <a:gd name="connsiteY34" fmla="*/ 5375943 h 5378461"/>
                <a:gd name="connsiteX35" fmla="*/ 2175937 w 5366579"/>
                <a:gd name="connsiteY35" fmla="*/ 5367180 h 5378461"/>
                <a:gd name="connsiteX36" fmla="*/ 2042778 w 5366579"/>
                <a:gd name="connsiteY36" fmla="*/ 5350988 h 5378461"/>
                <a:gd name="connsiteX37" fmla="*/ 2009631 w 5366579"/>
                <a:gd name="connsiteY37" fmla="*/ 5345749 h 5378461"/>
                <a:gd name="connsiteX38" fmla="*/ 1976484 w 5366579"/>
                <a:gd name="connsiteY38" fmla="*/ 5339843 h 5378461"/>
                <a:gd name="connsiteX39" fmla="*/ 1910190 w 5366579"/>
                <a:gd name="connsiteY39" fmla="*/ 5327842 h 5378461"/>
                <a:gd name="connsiteX40" fmla="*/ 1844372 w 5366579"/>
                <a:gd name="connsiteY40" fmla="*/ 5312983 h 5378461"/>
                <a:gd name="connsiteX41" fmla="*/ 1778745 w 5366579"/>
                <a:gd name="connsiteY41" fmla="*/ 5296885 h 5378461"/>
                <a:gd name="connsiteX42" fmla="*/ 1745979 w 5366579"/>
                <a:gd name="connsiteY42" fmla="*/ 5288503 h 5378461"/>
                <a:gd name="connsiteX43" fmla="*/ 1713594 w 5366579"/>
                <a:gd name="connsiteY43" fmla="*/ 5278502 h 5378461"/>
                <a:gd name="connsiteX44" fmla="*/ 1648919 w 5366579"/>
                <a:gd name="connsiteY44" fmla="*/ 5258214 h 5378461"/>
                <a:gd name="connsiteX45" fmla="*/ 1616629 w 5366579"/>
                <a:gd name="connsiteY45" fmla="*/ 5247927 h 5378461"/>
                <a:gd name="connsiteX46" fmla="*/ 1584911 w 5366579"/>
                <a:gd name="connsiteY46" fmla="*/ 5235926 h 5378461"/>
                <a:gd name="connsiteX47" fmla="*/ 1521379 w 5366579"/>
                <a:gd name="connsiteY47" fmla="*/ 5211827 h 5378461"/>
                <a:gd name="connsiteX48" fmla="*/ 1489661 w 5366579"/>
                <a:gd name="connsiteY48" fmla="*/ 5199540 h 5378461"/>
                <a:gd name="connsiteX49" fmla="*/ 1458705 w 5366579"/>
                <a:gd name="connsiteY49" fmla="*/ 5185443 h 5378461"/>
                <a:gd name="connsiteX50" fmla="*/ 1396697 w 5366579"/>
                <a:gd name="connsiteY50" fmla="*/ 5157249 h 5378461"/>
                <a:gd name="connsiteX51" fmla="*/ 1365741 w 5366579"/>
                <a:gd name="connsiteY51" fmla="*/ 5142962 h 5378461"/>
                <a:gd name="connsiteX52" fmla="*/ 1335546 w 5366579"/>
                <a:gd name="connsiteY52" fmla="*/ 5127055 h 5378461"/>
                <a:gd name="connsiteX53" fmla="*/ 1275253 w 5366579"/>
                <a:gd name="connsiteY53" fmla="*/ 5095051 h 5378461"/>
                <a:gd name="connsiteX54" fmla="*/ 1245345 w 5366579"/>
                <a:gd name="connsiteY54" fmla="*/ 5078573 h 5378461"/>
                <a:gd name="connsiteX55" fmla="*/ 1216198 w 5366579"/>
                <a:gd name="connsiteY55" fmla="*/ 5060761 h 5378461"/>
                <a:gd name="connsiteX56" fmla="*/ 1158000 w 5366579"/>
                <a:gd name="connsiteY56" fmla="*/ 5024947 h 5378461"/>
                <a:gd name="connsiteX57" fmla="*/ 737567 w 5366579"/>
                <a:gd name="connsiteY57" fmla="*/ 4676713 h 5378461"/>
                <a:gd name="connsiteX58" fmla="*/ 409050 w 5366579"/>
                <a:gd name="connsiteY58" fmla="*/ 4241706 h 5378461"/>
                <a:gd name="connsiteX59" fmla="*/ 177973 w 5366579"/>
                <a:gd name="connsiteY59" fmla="*/ 3750121 h 5378461"/>
                <a:gd name="connsiteX60" fmla="*/ 42813 w 5366579"/>
                <a:gd name="connsiteY60" fmla="*/ 3226055 h 5378461"/>
                <a:gd name="connsiteX61" fmla="*/ 46 w 5366579"/>
                <a:gd name="connsiteY61" fmla="*/ 2687988 h 5378461"/>
                <a:gd name="connsiteX62" fmla="*/ 47862 w 5366579"/>
                <a:gd name="connsiteY62" fmla="*/ 2151064 h 5378461"/>
                <a:gd name="connsiteX63" fmla="*/ 184926 w 5366579"/>
                <a:gd name="connsiteY63" fmla="*/ 1629761 h 5378461"/>
                <a:gd name="connsiteX64" fmla="*/ 747949 w 5366579"/>
                <a:gd name="connsiteY64" fmla="*/ 718789 h 5378461"/>
                <a:gd name="connsiteX65" fmla="*/ 1161334 w 5366579"/>
                <a:gd name="connsiteY65" fmla="*/ 381128 h 5378461"/>
                <a:gd name="connsiteX66" fmla="*/ 1635393 w 5366579"/>
                <a:gd name="connsiteY66" fmla="*/ 149766 h 5378461"/>
                <a:gd name="connsiteX67" fmla="*/ 2659998 w 5366579"/>
                <a:gd name="connsiteY67" fmla="*/ 1557 h 5378461"/>
                <a:gd name="connsiteX68" fmla="*/ 2659712 w 5366579"/>
                <a:gd name="connsiteY68" fmla="*/ 30132 h 5378461"/>
                <a:gd name="connsiteX69" fmla="*/ 2149267 w 5366579"/>
                <a:gd name="connsiteY69" fmla="*/ 68708 h 5378461"/>
                <a:gd name="connsiteX70" fmla="*/ 2086402 w 5366579"/>
                <a:gd name="connsiteY70" fmla="*/ 80329 h 5378461"/>
                <a:gd name="connsiteX71" fmla="*/ 2024394 w 5366579"/>
                <a:gd name="connsiteY71" fmla="*/ 95664 h 5378461"/>
                <a:gd name="connsiteX72" fmla="*/ 1962577 w 5366579"/>
                <a:gd name="connsiteY72" fmla="*/ 111285 h 5378461"/>
                <a:gd name="connsiteX73" fmla="*/ 1901712 w 5366579"/>
                <a:gd name="connsiteY73" fmla="*/ 130144 h 5378461"/>
                <a:gd name="connsiteX74" fmla="*/ 1841038 w 5366579"/>
                <a:gd name="connsiteY74" fmla="*/ 149575 h 5378461"/>
                <a:gd name="connsiteX75" fmla="*/ 1825893 w 5366579"/>
                <a:gd name="connsiteY75" fmla="*/ 154528 h 5378461"/>
                <a:gd name="connsiteX76" fmla="*/ 1811034 w 5366579"/>
                <a:gd name="connsiteY76" fmla="*/ 160243 h 5378461"/>
                <a:gd name="connsiteX77" fmla="*/ 1781412 w 5366579"/>
                <a:gd name="connsiteY77" fmla="*/ 171864 h 5378461"/>
                <a:gd name="connsiteX78" fmla="*/ 1722357 w 5366579"/>
                <a:gd name="connsiteY78" fmla="*/ 195200 h 5378461"/>
                <a:gd name="connsiteX79" fmla="*/ 1707593 w 5366579"/>
                <a:gd name="connsiteY79" fmla="*/ 201010 h 5378461"/>
                <a:gd name="connsiteX80" fmla="*/ 1693210 w 5366579"/>
                <a:gd name="connsiteY80" fmla="*/ 207678 h 5378461"/>
                <a:gd name="connsiteX81" fmla="*/ 1664445 w 5366579"/>
                <a:gd name="connsiteY81" fmla="*/ 221108 h 5378461"/>
                <a:gd name="connsiteX82" fmla="*/ 1237629 w 5366579"/>
                <a:gd name="connsiteY82" fmla="*/ 486856 h 5378461"/>
                <a:gd name="connsiteX83" fmla="*/ 891396 w 5366579"/>
                <a:gd name="connsiteY83" fmla="*/ 843567 h 5378461"/>
                <a:gd name="connsiteX84" fmla="*/ 629839 w 5366579"/>
                <a:gd name="connsiteY84" fmla="*/ 1261715 h 5378461"/>
                <a:gd name="connsiteX85" fmla="*/ 576975 w 5366579"/>
                <a:gd name="connsiteY85" fmla="*/ 1372871 h 5378461"/>
                <a:gd name="connsiteX86" fmla="*/ 529160 w 5366579"/>
                <a:gd name="connsiteY86" fmla="*/ 1486219 h 5378461"/>
                <a:gd name="connsiteX87" fmla="*/ 485821 w 5366579"/>
                <a:gd name="connsiteY87" fmla="*/ 1601376 h 5378461"/>
                <a:gd name="connsiteX88" fmla="*/ 447531 w 5366579"/>
                <a:gd name="connsiteY88" fmla="*/ 1718248 h 5378461"/>
                <a:gd name="connsiteX89" fmla="*/ 339041 w 5366579"/>
                <a:gd name="connsiteY89" fmla="*/ 2197641 h 5378461"/>
                <a:gd name="connsiteX90" fmla="*/ 305608 w 5366579"/>
                <a:gd name="connsiteY90" fmla="*/ 2687988 h 5378461"/>
                <a:gd name="connsiteX91" fmla="*/ 460770 w 5366579"/>
                <a:gd name="connsiteY91" fmla="*/ 3652299 h 5378461"/>
                <a:gd name="connsiteX92" fmla="*/ 936163 w 5366579"/>
                <a:gd name="connsiteY92" fmla="*/ 4493738 h 5378461"/>
                <a:gd name="connsiteX93" fmla="*/ 1727024 w 5366579"/>
                <a:gd name="connsiteY93" fmla="*/ 5041997 h 5378461"/>
                <a:gd name="connsiteX94" fmla="*/ 1784364 w 5366579"/>
                <a:gd name="connsiteY94" fmla="*/ 5063523 h 5378461"/>
                <a:gd name="connsiteX95" fmla="*/ 1813035 w 5366579"/>
                <a:gd name="connsiteY95" fmla="*/ 5074477 h 5378461"/>
                <a:gd name="connsiteX96" fmla="*/ 1842181 w 5366579"/>
                <a:gd name="connsiteY96" fmla="*/ 5083907 h 5378461"/>
                <a:gd name="connsiteX97" fmla="*/ 1900760 w 5366579"/>
                <a:gd name="connsiteY97" fmla="*/ 5102290 h 5378461"/>
                <a:gd name="connsiteX98" fmla="*/ 1959815 w 5366579"/>
                <a:gd name="connsiteY98" fmla="*/ 5119625 h 5378461"/>
                <a:gd name="connsiteX99" fmla="*/ 2019537 w 5366579"/>
                <a:gd name="connsiteY99" fmla="*/ 5134866 h 5378461"/>
                <a:gd name="connsiteX100" fmla="*/ 2049445 w 5366579"/>
                <a:gd name="connsiteY100" fmla="*/ 5142581 h 5378461"/>
                <a:gd name="connsiteX101" fmla="*/ 2079544 w 5366579"/>
                <a:gd name="connsiteY101" fmla="*/ 5149629 h 5378461"/>
                <a:gd name="connsiteX102" fmla="*/ 2201178 w 5366579"/>
                <a:gd name="connsiteY102" fmla="*/ 5173442 h 5378461"/>
                <a:gd name="connsiteX103" fmla="*/ 2324337 w 5366579"/>
                <a:gd name="connsiteY103" fmla="*/ 5190587 h 5378461"/>
                <a:gd name="connsiteX104" fmla="*/ 2386344 w 5366579"/>
                <a:gd name="connsiteY104" fmla="*/ 5196873 h 5378461"/>
                <a:gd name="connsiteX105" fmla="*/ 2448638 w 5366579"/>
                <a:gd name="connsiteY105" fmla="*/ 5202207 h 5378461"/>
                <a:gd name="connsiteX106" fmla="*/ 2574844 w 5366579"/>
                <a:gd name="connsiteY106" fmla="*/ 5208303 h 5378461"/>
                <a:gd name="connsiteX107" fmla="*/ 2702003 w 5366579"/>
                <a:gd name="connsiteY107" fmla="*/ 5212209 h 5378461"/>
                <a:gd name="connsiteX108" fmla="*/ 2765725 w 5366579"/>
                <a:gd name="connsiteY108" fmla="*/ 5213828 h 5378461"/>
                <a:gd name="connsiteX109" fmla="*/ 2797634 w 5366579"/>
                <a:gd name="connsiteY109" fmla="*/ 5214685 h 5378461"/>
                <a:gd name="connsiteX110" fmla="*/ 2829162 w 5366579"/>
                <a:gd name="connsiteY110" fmla="*/ 5214113 h 5378461"/>
                <a:gd name="connsiteX111" fmla="*/ 2955273 w 5366579"/>
                <a:gd name="connsiteY111" fmla="*/ 5211256 h 5378461"/>
                <a:gd name="connsiteX112" fmla="*/ 3081098 w 5366579"/>
                <a:gd name="connsiteY112" fmla="*/ 5201922 h 5378461"/>
                <a:gd name="connsiteX113" fmla="*/ 3143772 w 5366579"/>
                <a:gd name="connsiteY113" fmla="*/ 5194968 h 5378461"/>
                <a:gd name="connsiteX114" fmla="*/ 3206352 w 5366579"/>
                <a:gd name="connsiteY114" fmla="*/ 5186777 h 5378461"/>
                <a:gd name="connsiteX115" fmla="*/ 3330843 w 5366579"/>
                <a:gd name="connsiteY115" fmla="*/ 5165727 h 5378461"/>
                <a:gd name="connsiteX116" fmla="*/ 3392851 w 5366579"/>
                <a:gd name="connsiteY116" fmla="*/ 5153725 h 5378461"/>
                <a:gd name="connsiteX117" fmla="*/ 3454097 w 5366579"/>
                <a:gd name="connsiteY117" fmla="*/ 5138580 h 5378461"/>
                <a:gd name="connsiteX118" fmla="*/ 3515343 w 5366579"/>
                <a:gd name="connsiteY118" fmla="*/ 5123150 h 5378461"/>
                <a:gd name="connsiteX119" fmla="*/ 3575731 w 5366579"/>
                <a:gd name="connsiteY119" fmla="*/ 5104766 h 5378461"/>
                <a:gd name="connsiteX120" fmla="*/ 3636120 w 5366579"/>
                <a:gd name="connsiteY120" fmla="*/ 5086002 h 5378461"/>
                <a:gd name="connsiteX121" fmla="*/ 3651169 w 5366579"/>
                <a:gd name="connsiteY121" fmla="*/ 5081240 h 5378461"/>
                <a:gd name="connsiteX122" fmla="*/ 3665933 w 5366579"/>
                <a:gd name="connsiteY122" fmla="*/ 5075620 h 5378461"/>
                <a:gd name="connsiteX123" fmla="*/ 3695460 w 5366579"/>
                <a:gd name="connsiteY123" fmla="*/ 5064380 h 5378461"/>
                <a:gd name="connsiteX124" fmla="*/ 4526898 w 5366579"/>
                <a:gd name="connsiteY124" fmla="*/ 4505644 h 5378461"/>
                <a:gd name="connsiteX125" fmla="*/ 4569094 w 5366579"/>
                <a:gd name="connsiteY125" fmla="*/ 4458590 h 5378461"/>
                <a:gd name="connsiteX126" fmla="*/ 4608813 w 5366579"/>
                <a:gd name="connsiteY126" fmla="*/ 4409441 h 5378461"/>
                <a:gd name="connsiteX127" fmla="*/ 4648056 w 5366579"/>
                <a:gd name="connsiteY127" fmla="*/ 4360007 h 5378461"/>
                <a:gd name="connsiteX128" fmla="*/ 4684822 w 5366579"/>
                <a:gd name="connsiteY128" fmla="*/ 4308667 h 5378461"/>
                <a:gd name="connsiteX129" fmla="*/ 4721017 w 5366579"/>
                <a:gd name="connsiteY129" fmla="*/ 4257041 h 5378461"/>
                <a:gd name="connsiteX130" fmla="*/ 4754545 w 5366579"/>
                <a:gd name="connsiteY130" fmla="*/ 4203606 h 5378461"/>
                <a:gd name="connsiteX131" fmla="*/ 4787692 w 5366579"/>
                <a:gd name="connsiteY131" fmla="*/ 4149980 h 5378461"/>
                <a:gd name="connsiteX132" fmla="*/ 4818268 w 5366579"/>
                <a:gd name="connsiteY132" fmla="*/ 4094831 h 5378461"/>
                <a:gd name="connsiteX133" fmla="*/ 5011244 w 5366579"/>
                <a:gd name="connsiteY133" fmla="*/ 3631630 h 5378461"/>
                <a:gd name="connsiteX134" fmla="*/ 5111352 w 5366579"/>
                <a:gd name="connsiteY134" fmla="*/ 3142426 h 5378461"/>
                <a:gd name="connsiteX135" fmla="*/ 5122877 w 5366579"/>
                <a:gd name="connsiteY135" fmla="*/ 3018410 h 5378461"/>
                <a:gd name="connsiteX136" fmla="*/ 5129259 w 5366579"/>
                <a:gd name="connsiteY136" fmla="*/ 2894204 h 5378461"/>
                <a:gd name="connsiteX137" fmla="*/ 5131069 w 5366579"/>
                <a:gd name="connsiteY137" fmla="*/ 2769998 h 5378461"/>
                <a:gd name="connsiteX138" fmla="*/ 5129735 w 5366579"/>
                <a:gd name="connsiteY138" fmla="*/ 2707990 h 5378461"/>
                <a:gd name="connsiteX139" fmla="*/ 5128116 w 5366579"/>
                <a:gd name="connsiteY139" fmla="*/ 2646078 h 5378461"/>
                <a:gd name="connsiteX140" fmla="*/ 5124687 w 5366579"/>
                <a:gd name="connsiteY140" fmla="*/ 2584165 h 5378461"/>
                <a:gd name="connsiteX141" fmla="*/ 5120401 w 5366579"/>
                <a:gd name="connsiteY141" fmla="*/ 2522444 h 5378461"/>
                <a:gd name="connsiteX142" fmla="*/ 5114876 w 5366579"/>
                <a:gd name="connsiteY142" fmla="*/ 2460817 h 5378461"/>
                <a:gd name="connsiteX143" fmla="*/ 5112209 w 5366579"/>
                <a:gd name="connsiteY143" fmla="*/ 2430051 h 5378461"/>
                <a:gd name="connsiteX144" fmla="*/ 5108399 w 5366579"/>
                <a:gd name="connsiteY144" fmla="*/ 2399381 h 5378461"/>
                <a:gd name="connsiteX145" fmla="*/ 5070108 w 5366579"/>
                <a:gd name="connsiteY145" fmla="*/ 2155255 h 5378461"/>
                <a:gd name="connsiteX146" fmla="*/ 4939140 w 5366579"/>
                <a:gd name="connsiteY146" fmla="*/ 1680338 h 5378461"/>
                <a:gd name="connsiteX147" fmla="*/ 4452888 w 5366579"/>
                <a:gd name="connsiteY147" fmla="*/ 826517 h 5378461"/>
                <a:gd name="connsiteX148" fmla="*/ 4091605 w 5366579"/>
                <a:gd name="connsiteY148" fmla="*/ 482855 h 5378461"/>
                <a:gd name="connsiteX149" fmla="*/ 3989211 w 5366579"/>
                <a:gd name="connsiteY149" fmla="*/ 409703 h 5378461"/>
                <a:gd name="connsiteX150" fmla="*/ 3882531 w 5366579"/>
                <a:gd name="connsiteY150" fmla="*/ 342171 h 5378461"/>
                <a:gd name="connsiteX151" fmla="*/ 3771565 w 5366579"/>
                <a:gd name="connsiteY151" fmla="*/ 281211 h 5378461"/>
                <a:gd name="connsiteX152" fmla="*/ 3656884 w 5366579"/>
                <a:gd name="connsiteY152" fmla="*/ 226633 h 5378461"/>
                <a:gd name="connsiteX153" fmla="*/ 3642406 w 5366579"/>
                <a:gd name="connsiteY153" fmla="*/ 219965 h 5378461"/>
                <a:gd name="connsiteX154" fmla="*/ 3627642 w 5366579"/>
                <a:gd name="connsiteY154" fmla="*/ 214060 h 5378461"/>
                <a:gd name="connsiteX155" fmla="*/ 3598115 w 5366579"/>
                <a:gd name="connsiteY155" fmla="*/ 202249 h 5378461"/>
                <a:gd name="connsiteX156" fmla="*/ 3538965 w 5366579"/>
                <a:gd name="connsiteY156" fmla="*/ 178627 h 5378461"/>
                <a:gd name="connsiteX157" fmla="*/ 3478767 w 5366579"/>
                <a:gd name="connsiteY157" fmla="*/ 157576 h 5378461"/>
                <a:gd name="connsiteX158" fmla="*/ 3418092 w 5366579"/>
                <a:gd name="connsiteY158" fmla="*/ 137764 h 5378461"/>
                <a:gd name="connsiteX159" fmla="*/ 3387708 w 5366579"/>
                <a:gd name="connsiteY159" fmla="*/ 127954 h 5378461"/>
                <a:gd name="connsiteX160" fmla="*/ 3356847 w 5366579"/>
                <a:gd name="connsiteY160" fmla="*/ 119762 h 5378461"/>
                <a:gd name="connsiteX161" fmla="*/ 3295029 w 5366579"/>
                <a:gd name="connsiteY161" fmla="*/ 103570 h 5378461"/>
                <a:gd name="connsiteX162" fmla="*/ 3170061 w 5366579"/>
                <a:gd name="connsiteY162" fmla="*/ 76233 h 5378461"/>
                <a:gd name="connsiteX163" fmla="*/ 2659712 w 5366579"/>
                <a:gd name="connsiteY163" fmla="*/ 30132 h 537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5366579" h="5378461">
                  <a:moveTo>
                    <a:pt x="2659998" y="1557"/>
                  </a:moveTo>
                  <a:cubicBezTo>
                    <a:pt x="3004422" y="1843"/>
                    <a:pt x="3351989" y="45943"/>
                    <a:pt x="3683078" y="158815"/>
                  </a:cubicBezTo>
                  <a:lnTo>
                    <a:pt x="3744609" y="181294"/>
                  </a:lnTo>
                  <a:lnTo>
                    <a:pt x="3775470" y="192438"/>
                  </a:lnTo>
                  <a:cubicBezTo>
                    <a:pt x="3785758" y="196248"/>
                    <a:pt x="3796140" y="199582"/>
                    <a:pt x="3806141" y="204154"/>
                  </a:cubicBezTo>
                  <a:cubicBezTo>
                    <a:pt x="3846336" y="221394"/>
                    <a:pt x="3887008" y="237967"/>
                    <a:pt x="3927109" y="255874"/>
                  </a:cubicBezTo>
                  <a:cubicBezTo>
                    <a:pt x="3966542" y="275115"/>
                    <a:pt x="4006452" y="293784"/>
                    <a:pt x="4045695" y="313786"/>
                  </a:cubicBezTo>
                  <a:cubicBezTo>
                    <a:pt x="4084080" y="335313"/>
                    <a:pt x="4123133" y="356078"/>
                    <a:pt x="4161233" y="378461"/>
                  </a:cubicBezTo>
                  <a:cubicBezTo>
                    <a:pt x="4312966" y="469234"/>
                    <a:pt x="4455746" y="577248"/>
                    <a:pt x="4585095" y="700597"/>
                  </a:cubicBezTo>
                  <a:cubicBezTo>
                    <a:pt x="4843890" y="947485"/>
                    <a:pt x="5045915" y="1255619"/>
                    <a:pt x="5176217" y="1590232"/>
                  </a:cubicBezTo>
                  <a:cubicBezTo>
                    <a:pt x="5307281" y="1924940"/>
                    <a:pt x="5370051" y="2284700"/>
                    <a:pt x="5366432" y="2641982"/>
                  </a:cubicBezTo>
                  <a:cubicBezTo>
                    <a:pt x="5359859" y="3357215"/>
                    <a:pt x="5080015" y="4061588"/>
                    <a:pt x="4594239" y="4567938"/>
                  </a:cubicBezTo>
                  <a:cubicBezTo>
                    <a:pt x="4472796" y="4694430"/>
                    <a:pt x="4338112" y="4807967"/>
                    <a:pt x="4193332" y="4906456"/>
                  </a:cubicBezTo>
                  <a:lnTo>
                    <a:pt x="4166376" y="4925220"/>
                  </a:lnTo>
                  <a:cubicBezTo>
                    <a:pt x="4157328" y="4931316"/>
                    <a:pt x="4147803" y="4936841"/>
                    <a:pt x="4138563" y="4942651"/>
                  </a:cubicBezTo>
                  <a:lnTo>
                    <a:pt x="4082652" y="4977132"/>
                  </a:lnTo>
                  <a:lnTo>
                    <a:pt x="4054743" y="4994467"/>
                  </a:lnTo>
                  <a:cubicBezTo>
                    <a:pt x="4045314" y="5000087"/>
                    <a:pt x="4035598" y="5005135"/>
                    <a:pt x="4026073" y="5010469"/>
                  </a:cubicBezTo>
                  <a:lnTo>
                    <a:pt x="3968447" y="5042092"/>
                  </a:lnTo>
                  <a:lnTo>
                    <a:pt x="3939586" y="5057904"/>
                  </a:lnTo>
                  <a:cubicBezTo>
                    <a:pt x="3929966" y="5063142"/>
                    <a:pt x="3919869" y="5067524"/>
                    <a:pt x="3910059" y="5072286"/>
                  </a:cubicBezTo>
                  <a:lnTo>
                    <a:pt x="3850813" y="5100671"/>
                  </a:lnTo>
                  <a:cubicBezTo>
                    <a:pt x="3811761" y="5120768"/>
                    <a:pt x="3770708" y="5136199"/>
                    <a:pt x="3730417" y="5153439"/>
                  </a:cubicBezTo>
                  <a:cubicBezTo>
                    <a:pt x="3568016" y="5219543"/>
                    <a:pt x="3399138" y="5269644"/>
                    <a:pt x="3227116" y="5305172"/>
                  </a:cubicBezTo>
                  <a:lnTo>
                    <a:pt x="3162346" y="5317841"/>
                  </a:lnTo>
                  <a:cubicBezTo>
                    <a:pt x="3140725" y="5322032"/>
                    <a:pt x="3119198" y="5326603"/>
                    <a:pt x="3097386" y="5329175"/>
                  </a:cubicBezTo>
                  <a:lnTo>
                    <a:pt x="2966893" y="5348225"/>
                  </a:lnTo>
                  <a:lnTo>
                    <a:pt x="2835543" y="5360798"/>
                  </a:lnTo>
                  <a:cubicBezTo>
                    <a:pt x="2824590" y="5361751"/>
                    <a:pt x="2813636" y="5362989"/>
                    <a:pt x="2802682" y="5363751"/>
                  </a:cubicBezTo>
                  <a:lnTo>
                    <a:pt x="2770107" y="5365276"/>
                  </a:lnTo>
                  <a:lnTo>
                    <a:pt x="2704956" y="5368323"/>
                  </a:lnTo>
                  <a:lnTo>
                    <a:pt x="2574273" y="5374419"/>
                  </a:lnTo>
                  <a:cubicBezTo>
                    <a:pt x="2530553" y="5375943"/>
                    <a:pt x="2487214" y="5379563"/>
                    <a:pt x="2442637" y="5378134"/>
                  </a:cubicBezTo>
                  <a:lnTo>
                    <a:pt x="2376057" y="5377563"/>
                  </a:lnTo>
                  <a:cubicBezTo>
                    <a:pt x="2353864" y="5377086"/>
                    <a:pt x="2331576" y="5377943"/>
                    <a:pt x="2309382" y="5375943"/>
                  </a:cubicBezTo>
                  <a:lnTo>
                    <a:pt x="2175937" y="5367180"/>
                  </a:lnTo>
                  <a:lnTo>
                    <a:pt x="2042778" y="5350988"/>
                  </a:lnTo>
                  <a:cubicBezTo>
                    <a:pt x="2031633" y="5349844"/>
                    <a:pt x="2020584" y="5347654"/>
                    <a:pt x="2009631" y="5345749"/>
                  </a:cubicBezTo>
                  <a:lnTo>
                    <a:pt x="1976484" y="5339843"/>
                  </a:lnTo>
                  <a:lnTo>
                    <a:pt x="1910190" y="5327842"/>
                  </a:lnTo>
                  <a:cubicBezTo>
                    <a:pt x="1887996" y="5324318"/>
                    <a:pt x="1866279" y="5318222"/>
                    <a:pt x="1844372" y="5312983"/>
                  </a:cubicBezTo>
                  <a:lnTo>
                    <a:pt x="1778745" y="5296885"/>
                  </a:lnTo>
                  <a:cubicBezTo>
                    <a:pt x="1767791" y="5294028"/>
                    <a:pt x="1756742" y="5291838"/>
                    <a:pt x="1745979" y="5288503"/>
                  </a:cubicBezTo>
                  <a:lnTo>
                    <a:pt x="1713594" y="5278502"/>
                  </a:lnTo>
                  <a:lnTo>
                    <a:pt x="1648919" y="5258214"/>
                  </a:lnTo>
                  <a:cubicBezTo>
                    <a:pt x="1638156" y="5254785"/>
                    <a:pt x="1627297" y="5251547"/>
                    <a:pt x="1616629" y="5247927"/>
                  </a:cubicBezTo>
                  <a:lnTo>
                    <a:pt x="1584911" y="5235926"/>
                  </a:lnTo>
                  <a:lnTo>
                    <a:pt x="1521379" y="5211827"/>
                  </a:lnTo>
                  <a:cubicBezTo>
                    <a:pt x="1510806" y="5207732"/>
                    <a:pt x="1500138" y="5203827"/>
                    <a:pt x="1489661" y="5199540"/>
                  </a:cubicBezTo>
                  <a:lnTo>
                    <a:pt x="1458705" y="5185443"/>
                  </a:lnTo>
                  <a:lnTo>
                    <a:pt x="1396697" y="5157249"/>
                  </a:lnTo>
                  <a:cubicBezTo>
                    <a:pt x="1386410" y="5152487"/>
                    <a:pt x="1375932" y="5148010"/>
                    <a:pt x="1365741" y="5142962"/>
                  </a:cubicBezTo>
                  <a:lnTo>
                    <a:pt x="1335546" y="5127055"/>
                  </a:lnTo>
                  <a:lnTo>
                    <a:pt x="1275253" y="5095051"/>
                  </a:lnTo>
                  <a:cubicBezTo>
                    <a:pt x="1265347" y="5089527"/>
                    <a:pt x="1254965" y="5084573"/>
                    <a:pt x="1245345" y="5078573"/>
                  </a:cubicBezTo>
                  <a:lnTo>
                    <a:pt x="1216198" y="5060761"/>
                  </a:lnTo>
                  <a:lnTo>
                    <a:pt x="1158000" y="5024947"/>
                  </a:lnTo>
                  <a:cubicBezTo>
                    <a:pt x="1004457" y="4926744"/>
                    <a:pt x="862916" y="4809111"/>
                    <a:pt x="737567" y="4676713"/>
                  </a:cubicBezTo>
                  <a:cubicBezTo>
                    <a:pt x="612218" y="4544220"/>
                    <a:pt x="502299" y="4397630"/>
                    <a:pt x="409050" y="4241706"/>
                  </a:cubicBezTo>
                  <a:cubicBezTo>
                    <a:pt x="315895" y="4085687"/>
                    <a:pt x="238552" y="3920714"/>
                    <a:pt x="177973" y="3750121"/>
                  </a:cubicBezTo>
                  <a:cubicBezTo>
                    <a:pt x="116727" y="3579814"/>
                    <a:pt x="72436" y="3403982"/>
                    <a:pt x="42813" y="3226055"/>
                  </a:cubicBezTo>
                  <a:cubicBezTo>
                    <a:pt x="12905" y="3048223"/>
                    <a:pt x="-906" y="2868011"/>
                    <a:pt x="46" y="2687988"/>
                  </a:cubicBezTo>
                  <a:cubicBezTo>
                    <a:pt x="999" y="2508061"/>
                    <a:pt x="16810" y="2328229"/>
                    <a:pt x="47862" y="2151064"/>
                  </a:cubicBezTo>
                  <a:cubicBezTo>
                    <a:pt x="78818" y="1973899"/>
                    <a:pt x="123300" y="1798925"/>
                    <a:pt x="184926" y="1629761"/>
                  </a:cubicBezTo>
                  <a:cubicBezTo>
                    <a:pt x="307037" y="1291433"/>
                    <a:pt x="498013" y="975964"/>
                    <a:pt x="747949" y="718789"/>
                  </a:cubicBezTo>
                  <a:cubicBezTo>
                    <a:pt x="872822" y="590297"/>
                    <a:pt x="1011887" y="476664"/>
                    <a:pt x="1161334" y="381128"/>
                  </a:cubicBezTo>
                  <a:cubicBezTo>
                    <a:pt x="1310781" y="285688"/>
                    <a:pt x="1470420" y="208345"/>
                    <a:pt x="1635393" y="149766"/>
                  </a:cubicBezTo>
                  <a:cubicBezTo>
                    <a:pt x="1965816" y="31846"/>
                    <a:pt x="2315669" y="-8825"/>
                    <a:pt x="2659998" y="1557"/>
                  </a:cubicBezTo>
                  <a:close/>
                  <a:moveTo>
                    <a:pt x="2659712" y="30132"/>
                  </a:moveTo>
                  <a:cubicBezTo>
                    <a:pt x="2488167" y="25750"/>
                    <a:pt x="2317002" y="37466"/>
                    <a:pt x="2149267" y="68708"/>
                  </a:cubicBezTo>
                  <a:lnTo>
                    <a:pt x="2086402" y="80329"/>
                  </a:lnTo>
                  <a:lnTo>
                    <a:pt x="2024394" y="95664"/>
                  </a:lnTo>
                  <a:lnTo>
                    <a:pt x="1962577" y="111285"/>
                  </a:lnTo>
                  <a:cubicBezTo>
                    <a:pt x="1942003" y="116619"/>
                    <a:pt x="1922001" y="123953"/>
                    <a:pt x="1901712" y="130144"/>
                  </a:cubicBezTo>
                  <a:lnTo>
                    <a:pt x="1841038" y="149575"/>
                  </a:lnTo>
                  <a:cubicBezTo>
                    <a:pt x="1835990" y="151195"/>
                    <a:pt x="1830942" y="152719"/>
                    <a:pt x="1825893" y="154528"/>
                  </a:cubicBezTo>
                  <a:lnTo>
                    <a:pt x="1811034" y="160243"/>
                  </a:lnTo>
                  <a:lnTo>
                    <a:pt x="1781412" y="171864"/>
                  </a:lnTo>
                  <a:lnTo>
                    <a:pt x="1722357" y="195200"/>
                  </a:lnTo>
                  <a:lnTo>
                    <a:pt x="1707593" y="201010"/>
                  </a:lnTo>
                  <a:lnTo>
                    <a:pt x="1693210" y="207678"/>
                  </a:lnTo>
                  <a:lnTo>
                    <a:pt x="1664445" y="221108"/>
                  </a:lnTo>
                  <a:cubicBezTo>
                    <a:pt x="1510711" y="291403"/>
                    <a:pt x="1367074" y="381319"/>
                    <a:pt x="1237629" y="486856"/>
                  </a:cubicBezTo>
                  <a:cubicBezTo>
                    <a:pt x="1107994" y="592202"/>
                    <a:pt x="992361" y="712789"/>
                    <a:pt x="891396" y="843567"/>
                  </a:cubicBezTo>
                  <a:cubicBezTo>
                    <a:pt x="790335" y="974345"/>
                    <a:pt x="703467" y="1114934"/>
                    <a:pt x="629839" y="1261715"/>
                  </a:cubicBezTo>
                  <a:cubicBezTo>
                    <a:pt x="611646" y="1298576"/>
                    <a:pt x="594692" y="1336009"/>
                    <a:pt x="576975" y="1372871"/>
                  </a:cubicBezTo>
                  <a:cubicBezTo>
                    <a:pt x="560592" y="1410495"/>
                    <a:pt x="545162" y="1448595"/>
                    <a:pt x="529160" y="1486219"/>
                  </a:cubicBezTo>
                  <a:lnTo>
                    <a:pt x="485821" y="1601376"/>
                  </a:lnTo>
                  <a:lnTo>
                    <a:pt x="447531" y="1718248"/>
                  </a:lnTo>
                  <a:cubicBezTo>
                    <a:pt x="399429" y="1875029"/>
                    <a:pt x="362377" y="2035240"/>
                    <a:pt x="339041" y="2197641"/>
                  </a:cubicBezTo>
                  <a:cubicBezTo>
                    <a:pt x="315800" y="2360042"/>
                    <a:pt x="304560" y="2524063"/>
                    <a:pt x="305608" y="2687988"/>
                  </a:cubicBezTo>
                  <a:cubicBezTo>
                    <a:pt x="307989" y="3015648"/>
                    <a:pt x="357900" y="3343022"/>
                    <a:pt x="460770" y="3652299"/>
                  </a:cubicBezTo>
                  <a:cubicBezTo>
                    <a:pt x="563736" y="3961004"/>
                    <a:pt x="721089" y="4251993"/>
                    <a:pt x="936163" y="4493738"/>
                  </a:cubicBezTo>
                  <a:cubicBezTo>
                    <a:pt x="1150857" y="4735673"/>
                    <a:pt x="1423653" y="4922553"/>
                    <a:pt x="1727024" y="5041997"/>
                  </a:cubicBezTo>
                  <a:lnTo>
                    <a:pt x="1784364" y="5063523"/>
                  </a:lnTo>
                  <a:lnTo>
                    <a:pt x="1813035" y="5074477"/>
                  </a:lnTo>
                  <a:cubicBezTo>
                    <a:pt x="1822560" y="5078097"/>
                    <a:pt x="1832466" y="5080763"/>
                    <a:pt x="1842181" y="5083907"/>
                  </a:cubicBezTo>
                  <a:lnTo>
                    <a:pt x="1900760" y="5102290"/>
                  </a:lnTo>
                  <a:cubicBezTo>
                    <a:pt x="1920381" y="5108291"/>
                    <a:pt x="1939717" y="5115149"/>
                    <a:pt x="1959815" y="5119625"/>
                  </a:cubicBezTo>
                  <a:lnTo>
                    <a:pt x="2019537" y="5134866"/>
                  </a:lnTo>
                  <a:lnTo>
                    <a:pt x="2049445" y="5142581"/>
                  </a:lnTo>
                  <a:cubicBezTo>
                    <a:pt x="2059446" y="5145152"/>
                    <a:pt x="2069352" y="5147915"/>
                    <a:pt x="2079544" y="5149629"/>
                  </a:cubicBezTo>
                  <a:lnTo>
                    <a:pt x="2201178" y="5173442"/>
                  </a:lnTo>
                  <a:lnTo>
                    <a:pt x="2324337" y="5190587"/>
                  </a:lnTo>
                  <a:cubicBezTo>
                    <a:pt x="2344815" y="5194016"/>
                    <a:pt x="2365675" y="5194778"/>
                    <a:pt x="2386344" y="5196873"/>
                  </a:cubicBezTo>
                  <a:lnTo>
                    <a:pt x="2448638" y="5202207"/>
                  </a:lnTo>
                  <a:cubicBezTo>
                    <a:pt x="2489881" y="5206779"/>
                    <a:pt x="2532649" y="5206589"/>
                    <a:pt x="2574844" y="5208303"/>
                  </a:cubicBezTo>
                  <a:lnTo>
                    <a:pt x="2702003" y="5212209"/>
                  </a:lnTo>
                  <a:lnTo>
                    <a:pt x="2765725" y="5213828"/>
                  </a:lnTo>
                  <a:lnTo>
                    <a:pt x="2797634" y="5214685"/>
                  </a:lnTo>
                  <a:cubicBezTo>
                    <a:pt x="2808207" y="5214780"/>
                    <a:pt x="2818684" y="5214304"/>
                    <a:pt x="2829162" y="5214113"/>
                  </a:cubicBezTo>
                  <a:lnTo>
                    <a:pt x="2955273" y="5211256"/>
                  </a:lnTo>
                  <a:lnTo>
                    <a:pt x="3081098" y="5201922"/>
                  </a:lnTo>
                  <a:cubicBezTo>
                    <a:pt x="3102148" y="5200779"/>
                    <a:pt x="3122913" y="5197635"/>
                    <a:pt x="3143772" y="5194968"/>
                  </a:cubicBezTo>
                  <a:lnTo>
                    <a:pt x="3206352" y="5186777"/>
                  </a:lnTo>
                  <a:cubicBezTo>
                    <a:pt x="3248357" y="5182395"/>
                    <a:pt x="3289410" y="5173347"/>
                    <a:pt x="3330843" y="5165727"/>
                  </a:cubicBezTo>
                  <a:cubicBezTo>
                    <a:pt x="3351513" y="5161726"/>
                    <a:pt x="3372277" y="5158107"/>
                    <a:pt x="3392851" y="5153725"/>
                  </a:cubicBezTo>
                  <a:lnTo>
                    <a:pt x="3454097" y="5138580"/>
                  </a:lnTo>
                  <a:lnTo>
                    <a:pt x="3515343" y="5123150"/>
                  </a:lnTo>
                  <a:cubicBezTo>
                    <a:pt x="3535726" y="5117626"/>
                    <a:pt x="3555634" y="5110863"/>
                    <a:pt x="3575731" y="5104766"/>
                  </a:cubicBezTo>
                  <a:lnTo>
                    <a:pt x="3636120" y="5086002"/>
                  </a:lnTo>
                  <a:lnTo>
                    <a:pt x="3651169" y="5081240"/>
                  </a:lnTo>
                  <a:lnTo>
                    <a:pt x="3665933" y="5075620"/>
                  </a:lnTo>
                  <a:lnTo>
                    <a:pt x="3695460" y="5064380"/>
                  </a:lnTo>
                  <a:cubicBezTo>
                    <a:pt x="4011691" y="4948080"/>
                    <a:pt x="4301346" y="4756437"/>
                    <a:pt x="4526898" y="4505644"/>
                  </a:cubicBezTo>
                  <a:lnTo>
                    <a:pt x="4569094" y="4458590"/>
                  </a:lnTo>
                  <a:cubicBezTo>
                    <a:pt x="4582905" y="4442684"/>
                    <a:pt x="4595478" y="4425729"/>
                    <a:pt x="4608813" y="4409441"/>
                  </a:cubicBezTo>
                  <a:lnTo>
                    <a:pt x="4648056" y="4360007"/>
                  </a:lnTo>
                  <a:cubicBezTo>
                    <a:pt x="4660534" y="4343052"/>
                    <a:pt x="4672535" y="4325812"/>
                    <a:pt x="4684822" y="4308667"/>
                  </a:cubicBezTo>
                  <a:cubicBezTo>
                    <a:pt x="4697014" y="4291522"/>
                    <a:pt x="4709206" y="4274377"/>
                    <a:pt x="4721017" y="4257041"/>
                  </a:cubicBezTo>
                  <a:lnTo>
                    <a:pt x="4754545" y="4203606"/>
                  </a:lnTo>
                  <a:cubicBezTo>
                    <a:pt x="4765594" y="4185699"/>
                    <a:pt x="4777310" y="4168268"/>
                    <a:pt x="4787692" y="4149980"/>
                  </a:cubicBezTo>
                  <a:lnTo>
                    <a:pt x="4818268" y="4094831"/>
                  </a:lnTo>
                  <a:cubicBezTo>
                    <a:pt x="4899040" y="3947574"/>
                    <a:pt x="4963143" y="3791650"/>
                    <a:pt x="5011244" y="3631630"/>
                  </a:cubicBezTo>
                  <a:cubicBezTo>
                    <a:pt x="5059440" y="3471610"/>
                    <a:pt x="5092683" y="3307589"/>
                    <a:pt x="5111352" y="3142426"/>
                  </a:cubicBezTo>
                  <a:lnTo>
                    <a:pt x="5122877" y="3018410"/>
                  </a:lnTo>
                  <a:cubicBezTo>
                    <a:pt x="5124972" y="2976977"/>
                    <a:pt x="5127735" y="2935543"/>
                    <a:pt x="5129259" y="2894204"/>
                  </a:cubicBezTo>
                  <a:cubicBezTo>
                    <a:pt x="5129735" y="2852771"/>
                    <a:pt x="5131354" y="2811432"/>
                    <a:pt x="5131069" y="2769998"/>
                  </a:cubicBezTo>
                  <a:lnTo>
                    <a:pt x="5129735" y="2707990"/>
                  </a:lnTo>
                  <a:cubicBezTo>
                    <a:pt x="5129163" y="2687321"/>
                    <a:pt x="5129735" y="2666652"/>
                    <a:pt x="5128116" y="2646078"/>
                  </a:cubicBezTo>
                  <a:lnTo>
                    <a:pt x="5124687" y="2584165"/>
                  </a:lnTo>
                  <a:cubicBezTo>
                    <a:pt x="5123449" y="2563592"/>
                    <a:pt x="5122782" y="2542922"/>
                    <a:pt x="5120401" y="2522444"/>
                  </a:cubicBezTo>
                  <a:lnTo>
                    <a:pt x="5114876" y="2460817"/>
                  </a:lnTo>
                  <a:lnTo>
                    <a:pt x="5112209" y="2430051"/>
                  </a:lnTo>
                  <a:cubicBezTo>
                    <a:pt x="5111352" y="2419764"/>
                    <a:pt x="5109637" y="2409572"/>
                    <a:pt x="5108399" y="2399381"/>
                  </a:cubicBezTo>
                  <a:cubicBezTo>
                    <a:pt x="5098398" y="2317561"/>
                    <a:pt x="5085920" y="2236027"/>
                    <a:pt x="5070108" y="2155255"/>
                  </a:cubicBezTo>
                  <a:cubicBezTo>
                    <a:pt x="5038676" y="1993711"/>
                    <a:pt x="4995051" y="1834738"/>
                    <a:pt x="4939140" y="1680338"/>
                  </a:cubicBezTo>
                  <a:cubicBezTo>
                    <a:pt x="4827126" y="1371824"/>
                    <a:pt x="4667392" y="1079406"/>
                    <a:pt x="4452888" y="826517"/>
                  </a:cubicBezTo>
                  <a:cubicBezTo>
                    <a:pt x="4345923" y="700025"/>
                    <a:pt x="4225241" y="583915"/>
                    <a:pt x="4091605" y="482855"/>
                  </a:cubicBezTo>
                  <a:cubicBezTo>
                    <a:pt x="4058077" y="457805"/>
                    <a:pt x="4023406" y="434183"/>
                    <a:pt x="3989211" y="409703"/>
                  </a:cubicBezTo>
                  <a:cubicBezTo>
                    <a:pt x="3954159" y="386653"/>
                    <a:pt x="3918155" y="364840"/>
                    <a:pt x="3882531" y="342171"/>
                  </a:cubicBezTo>
                  <a:cubicBezTo>
                    <a:pt x="3846051" y="321025"/>
                    <a:pt x="3808617" y="301594"/>
                    <a:pt x="3771565" y="281211"/>
                  </a:cubicBezTo>
                  <a:cubicBezTo>
                    <a:pt x="3733942" y="262066"/>
                    <a:pt x="3695270" y="244730"/>
                    <a:pt x="3656884" y="226633"/>
                  </a:cubicBezTo>
                  <a:lnTo>
                    <a:pt x="3642406" y="219965"/>
                  </a:lnTo>
                  <a:lnTo>
                    <a:pt x="3627642" y="214060"/>
                  </a:lnTo>
                  <a:lnTo>
                    <a:pt x="3598115" y="202249"/>
                  </a:lnTo>
                  <a:lnTo>
                    <a:pt x="3538965" y="178627"/>
                  </a:lnTo>
                  <a:cubicBezTo>
                    <a:pt x="3519438" y="170149"/>
                    <a:pt x="3498960" y="164434"/>
                    <a:pt x="3478767" y="157576"/>
                  </a:cubicBezTo>
                  <a:lnTo>
                    <a:pt x="3418092" y="137764"/>
                  </a:lnTo>
                  <a:lnTo>
                    <a:pt x="3387708" y="127954"/>
                  </a:lnTo>
                  <a:lnTo>
                    <a:pt x="3356847" y="119762"/>
                  </a:lnTo>
                  <a:lnTo>
                    <a:pt x="3295029" y="103570"/>
                  </a:lnTo>
                  <a:cubicBezTo>
                    <a:pt x="3253977" y="91759"/>
                    <a:pt x="3211876" y="84710"/>
                    <a:pt x="3170061" y="76233"/>
                  </a:cubicBezTo>
                  <a:cubicBezTo>
                    <a:pt x="3002326" y="43848"/>
                    <a:pt x="2831257" y="29560"/>
                    <a:pt x="2659712" y="30132"/>
                  </a:cubicBez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1AC3D20-E4ED-49E6-AADF-E32D5427E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732" y="3757558"/>
            <a:ext cx="3606713" cy="3109922"/>
            <a:chOff x="6642" y="3804226"/>
            <a:chExt cx="3664532" cy="3063253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1CA964C-EED3-4447-826F-685E33AEC2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643" y="3938592"/>
              <a:ext cx="3481139" cy="2928886"/>
            </a:xfrm>
            <a:custGeom>
              <a:avLst/>
              <a:gdLst>
                <a:gd name="connsiteX0" fmla="*/ 0 w 3481139"/>
                <a:gd name="connsiteY0" fmla="*/ 2638819 h 2928886"/>
                <a:gd name="connsiteX1" fmla="*/ 31090 w 3481139"/>
                <a:gd name="connsiteY1" fmla="*/ 2704150 h 2928886"/>
                <a:gd name="connsiteX2" fmla="*/ 120149 w 3481139"/>
                <a:gd name="connsiteY2" fmla="*/ 2845955 h 2928886"/>
                <a:gd name="connsiteX3" fmla="*/ 185501 w 3481139"/>
                <a:gd name="connsiteY3" fmla="*/ 2928886 h 2928886"/>
                <a:gd name="connsiteX4" fmla="*/ 0 w 3481139"/>
                <a:gd name="connsiteY4" fmla="*/ 2928886 h 2928886"/>
                <a:gd name="connsiteX5" fmla="*/ 1421035 w 3481139"/>
                <a:gd name="connsiteY5" fmla="*/ 1378 h 2928886"/>
                <a:gd name="connsiteX6" fmla="*/ 2605678 w 3481139"/>
                <a:gd name="connsiteY6" fmla="*/ 348168 h 2928886"/>
                <a:gd name="connsiteX7" fmla="*/ 3411215 w 3481139"/>
                <a:gd name="connsiteY7" fmla="*/ 1492067 h 2928886"/>
                <a:gd name="connsiteX8" fmla="*/ 3306857 w 3481139"/>
                <a:gd name="connsiteY8" fmla="*/ 2839295 h 2928886"/>
                <a:gd name="connsiteX9" fmla="*/ 3261670 w 3481139"/>
                <a:gd name="connsiteY9" fmla="*/ 2928886 h 2928886"/>
                <a:gd name="connsiteX10" fmla="*/ 2857174 w 3481139"/>
                <a:gd name="connsiteY10" fmla="*/ 2928886 h 2928886"/>
                <a:gd name="connsiteX11" fmla="*/ 2915377 w 3481139"/>
                <a:gd name="connsiteY11" fmla="*/ 2836712 h 2928886"/>
                <a:gd name="connsiteX12" fmla="*/ 3115608 w 3481139"/>
                <a:gd name="connsiteY12" fmla="*/ 2239047 h 2928886"/>
                <a:gd name="connsiteX13" fmla="*/ 3072115 w 3481139"/>
                <a:gd name="connsiteY13" fmla="*/ 1582856 h 2928886"/>
                <a:gd name="connsiteX14" fmla="*/ 2816844 w 3481139"/>
                <a:gd name="connsiteY14" fmla="*/ 1040240 h 2928886"/>
                <a:gd name="connsiteX15" fmla="*/ 2406710 w 3481139"/>
                <a:gd name="connsiteY15" fmla="*/ 637298 h 2928886"/>
                <a:gd name="connsiteX16" fmla="*/ 1778438 w 3481139"/>
                <a:gd name="connsiteY16" fmla="*/ 376813 h 2928886"/>
                <a:gd name="connsiteX17" fmla="*/ 1082136 w 3481139"/>
                <a:gd name="connsiteY17" fmla="*/ 405400 h 2928886"/>
                <a:gd name="connsiteX18" fmla="*/ 770453 w 3481139"/>
                <a:gd name="connsiteY18" fmla="*/ 610712 h 2928886"/>
                <a:gd name="connsiteX19" fmla="*/ 504311 w 3481139"/>
                <a:gd name="connsiteY19" fmla="*/ 1053517 h 2928886"/>
                <a:gd name="connsiteX20" fmla="*/ 370837 w 3481139"/>
                <a:gd name="connsiteY20" fmla="*/ 1303660 h 2928886"/>
                <a:gd name="connsiteX21" fmla="*/ 18332 w 3481139"/>
                <a:gd name="connsiteY21" fmla="*/ 1735234 h 2928886"/>
                <a:gd name="connsiteX22" fmla="*/ 0 w 3481139"/>
                <a:gd name="connsiteY22" fmla="*/ 1752611 h 2928886"/>
                <a:gd name="connsiteX23" fmla="*/ 0 w 3481139"/>
                <a:gd name="connsiteY23" fmla="*/ 1233485 h 2928886"/>
                <a:gd name="connsiteX24" fmla="*/ 18046 w 3481139"/>
                <a:gd name="connsiteY24" fmla="*/ 1208183 h 2928886"/>
                <a:gd name="connsiteX25" fmla="*/ 65393 w 3481139"/>
                <a:gd name="connsiteY25" fmla="*/ 1130865 h 2928886"/>
                <a:gd name="connsiteX26" fmla="*/ 991384 w 3481139"/>
                <a:gd name="connsiteY26" fmla="*/ 66436 h 2928886"/>
                <a:gd name="connsiteX27" fmla="*/ 1421035 w 3481139"/>
                <a:gd name="connsiteY27" fmla="*/ 1378 h 2928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81139" h="2928886">
                  <a:moveTo>
                    <a:pt x="0" y="2638819"/>
                  </a:moveTo>
                  <a:lnTo>
                    <a:pt x="31090" y="2704150"/>
                  </a:lnTo>
                  <a:cubicBezTo>
                    <a:pt x="57644" y="2752264"/>
                    <a:pt x="87419" y="2799634"/>
                    <a:pt x="120149" y="2845955"/>
                  </a:cubicBezTo>
                  <a:lnTo>
                    <a:pt x="185501" y="2928886"/>
                  </a:lnTo>
                  <a:lnTo>
                    <a:pt x="0" y="2928886"/>
                  </a:lnTo>
                  <a:close/>
                  <a:moveTo>
                    <a:pt x="1421035" y="1378"/>
                  </a:moveTo>
                  <a:cubicBezTo>
                    <a:pt x="1848323" y="-14790"/>
                    <a:pt x="2262193" y="111988"/>
                    <a:pt x="2605678" y="348168"/>
                  </a:cubicBezTo>
                  <a:cubicBezTo>
                    <a:pt x="2986690" y="610157"/>
                    <a:pt x="3281171" y="1006736"/>
                    <a:pt x="3411215" y="1492067"/>
                  </a:cubicBezTo>
                  <a:cubicBezTo>
                    <a:pt x="3536497" y="1959627"/>
                    <a:pt x="3488465" y="2432119"/>
                    <a:pt x="3306857" y="2839295"/>
                  </a:cubicBezTo>
                  <a:lnTo>
                    <a:pt x="3261670" y="2928886"/>
                  </a:lnTo>
                  <a:lnTo>
                    <a:pt x="2857174" y="2928886"/>
                  </a:lnTo>
                  <a:lnTo>
                    <a:pt x="2915377" y="2836712"/>
                  </a:lnTo>
                  <a:cubicBezTo>
                    <a:pt x="3020179" y="2651516"/>
                    <a:pt x="3087510" y="2450417"/>
                    <a:pt x="3115608" y="2239047"/>
                  </a:cubicBezTo>
                  <a:cubicBezTo>
                    <a:pt x="3144700" y="2019998"/>
                    <a:pt x="3130088" y="1799215"/>
                    <a:pt x="3072115" y="1582856"/>
                  </a:cubicBezTo>
                  <a:cubicBezTo>
                    <a:pt x="3019429" y="1386229"/>
                    <a:pt x="2933521" y="1203663"/>
                    <a:pt x="2816844" y="1040240"/>
                  </a:cubicBezTo>
                  <a:cubicBezTo>
                    <a:pt x="2704247" y="882558"/>
                    <a:pt x="2566242" y="746942"/>
                    <a:pt x="2406710" y="637298"/>
                  </a:cubicBezTo>
                  <a:cubicBezTo>
                    <a:pt x="2218030" y="507559"/>
                    <a:pt x="2000748" y="417531"/>
                    <a:pt x="1778438" y="376813"/>
                  </a:cubicBezTo>
                  <a:cubicBezTo>
                    <a:pt x="1545966" y="334240"/>
                    <a:pt x="1311716" y="343884"/>
                    <a:pt x="1082136" y="405400"/>
                  </a:cubicBezTo>
                  <a:cubicBezTo>
                    <a:pt x="957109" y="438901"/>
                    <a:pt x="861000" y="502225"/>
                    <a:pt x="770453" y="610712"/>
                  </a:cubicBezTo>
                  <a:cubicBezTo>
                    <a:pt x="672863" y="727627"/>
                    <a:pt x="591021" y="885960"/>
                    <a:pt x="504311" y="1053517"/>
                  </a:cubicBezTo>
                  <a:cubicBezTo>
                    <a:pt x="462225" y="1134849"/>
                    <a:pt x="418774" y="1218945"/>
                    <a:pt x="370837" y="1303660"/>
                  </a:cubicBezTo>
                  <a:cubicBezTo>
                    <a:pt x="249038" y="1518990"/>
                    <a:pt x="115673" y="1643965"/>
                    <a:pt x="18332" y="1735234"/>
                  </a:cubicBezTo>
                  <a:lnTo>
                    <a:pt x="0" y="1752611"/>
                  </a:lnTo>
                  <a:lnTo>
                    <a:pt x="0" y="1233485"/>
                  </a:lnTo>
                  <a:lnTo>
                    <a:pt x="18046" y="1208183"/>
                  </a:lnTo>
                  <a:cubicBezTo>
                    <a:pt x="33947" y="1184196"/>
                    <a:pt x="49756" y="1158514"/>
                    <a:pt x="65393" y="1130865"/>
                  </a:cubicBezTo>
                  <a:cubicBezTo>
                    <a:pt x="315656" y="688463"/>
                    <a:pt x="466320" y="207127"/>
                    <a:pt x="991384" y="66436"/>
                  </a:cubicBezTo>
                  <a:cubicBezTo>
                    <a:pt x="1134686" y="28039"/>
                    <a:pt x="1278606" y="6767"/>
                    <a:pt x="1421035" y="1378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4482870-6C00-4014-90C6-638B19BB5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643" y="3938592"/>
              <a:ext cx="3481139" cy="2928886"/>
            </a:xfrm>
            <a:custGeom>
              <a:avLst/>
              <a:gdLst>
                <a:gd name="connsiteX0" fmla="*/ 0 w 3481139"/>
                <a:gd name="connsiteY0" fmla="*/ 2454676 h 2928886"/>
                <a:gd name="connsiteX1" fmla="*/ 23037 w 3481139"/>
                <a:gd name="connsiteY1" fmla="*/ 2524361 h 2928886"/>
                <a:gd name="connsiteX2" fmla="*/ 92498 w 3481139"/>
                <a:gd name="connsiteY2" fmla="*/ 2670254 h 2928886"/>
                <a:gd name="connsiteX3" fmla="*/ 177819 w 3481139"/>
                <a:gd name="connsiteY3" fmla="*/ 2806016 h 2928886"/>
                <a:gd name="connsiteX4" fmla="*/ 274733 w 3481139"/>
                <a:gd name="connsiteY4" fmla="*/ 2928886 h 2928886"/>
                <a:gd name="connsiteX5" fmla="*/ 0 w 3481139"/>
                <a:gd name="connsiteY5" fmla="*/ 2928886 h 2928886"/>
                <a:gd name="connsiteX6" fmla="*/ 1421035 w 3481139"/>
                <a:gd name="connsiteY6" fmla="*/ 1378 h 2928886"/>
                <a:gd name="connsiteX7" fmla="*/ 2605678 w 3481139"/>
                <a:gd name="connsiteY7" fmla="*/ 348168 h 2928886"/>
                <a:gd name="connsiteX8" fmla="*/ 3411215 w 3481139"/>
                <a:gd name="connsiteY8" fmla="*/ 1492067 h 2928886"/>
                <a:gd name="connsiteX9" fmla="*/ 3306857 w 3481139"/>
                <a:gd name="connsiteY9" fmla="*/ 2839295 h 2928886"/>
                <a:gd name="connsiteX10" fmla="*/ 3261670 w 3481139"/>
                <a:gd name="connsiteY10" fmla="*/ 2928886 h 2928886"/>
                <a:gd name="connsiteX11" fmla="*/ 2774329 w 3481139"/>
                <a:gd name="connsiteY11" fmla="*/ 2928886 h 2928886"/>
                <a:gd name="connsiteX12" fmla="*/ 2854316 w 3481139"/>
                <a:gd name="connsiteY12" fmla="*/ 2802203 h 2928886"/>
                <a:gd name="connsiteX13" fmla="*/ 3046067 w 3481139"/>
                <a:gd name="connsiteY13" fmla="*/ 2229848 h 2928886"/>
                <a:gd name="connsiteX14" fmla="*/ 3004330 w 3481139"/>
                <a:gd name="connsiteY14" fmla="*/ 1601092 h 2928886"/>
                <a:gd name="connsiteX15" fmla="*/ 2759775 w 3481139"/>
                <a:gd name="connsiteY15" fmla="*/ 1081112 h 2928886"/>
                <a:gd name="connsiteX16" fmla="*/ 2367007 w 3481139"/>
                <a:gd name="connsiteY16" fmla="*/ 695245 h 2928886"/>
                <a:gd name="connsiteX17" fmla="*/ 1765861 w 3481139"/>
                <a:gd name="connsiteY17" fmla="*/ 445951 h 2928886"/>
                <a:gd name="connsiteX18" fmla="*/ 1100322 w 3481139"/>
                <a:gd name="connsiteY18" fmla="*/ 473271 h 2928886"/>
                <a:gd name="connsiteX19" fmla="*/ 566662 w 3481139"/>
                <a:gd name="connsiteY19" fmla="*/ 1085790 h 2928886"/>
                <a:gd name="connsiteX20" fmla="*/ 431916 w 3481139"/>
                <a:gd name="connsiteY20" fmla="*/ 1338236 h 2928886"/>
                <a:gd name="connsiteX21" fmla="*/ 66359 w 3481139"/>
                <a:gd name="connsiteY21" fmla="*/ 1786460 h 2928886"/>
                <a:gd name="connsiteX22" fmla="*/ 1807 w 3481139"/>
                <a:gd name="connsiteY22" fmla="*/ 1848695 h 2928886"/>
                <a:gd name="connsiteX23" fmla="*/ 0 w 3481139"/>
                <a:gd name="connsiteY23" fmla="*/ 1850695 h 2928886"/>
                <a:gd name="connsiteX24" fmla="*/ 0 w 3481139"/>
                <a:gd name="connsiteY24" fmla="*/ 1233485 h 2928886"/>
                <a:gd name="connsiteX25" fmla="*/ 18046 w 3481139"/>
                <a:gd name="connsiteY25" fmla="*/ 1208183 h 2928886"/>
                <a:gd name="connsiteX26" fmla="*/ 65393 w 3481139"/>
                <a:gd name="connsiteY26" fmla="*/ 1130865 h 2928886"/>
                <a:gd name="connsiteX27" fmla="*/ 991384 w 3481139"/>
                <a:gd name="connsiteY27" fmla="*/ 66436 h 2928886"/>
                <a:gd name="connsiteX28" fmla="*/ 1421035 w 3481139"/>
                <a:gd name="connsiteY28" fmla="*/ 1378 h 2928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81139" h="2928886">
                  <a:moveTo>
                    <a:pt x="0" y="2454676"/>
                  </a:moveTo>
                  <a:lnTo>
                    <a:pt x="23037" y="2524361"/>
                  </a:lnTo>
                  <a:cubicBezTo>
                    <a:pt x="42843" y="2573572"/>
                    <a:pt x="66005" y="2622232"/>
                    <a:pt x="92498" y="2670254"/>
                  </a:cubicBezTo>
                  <a:cubicBezTo>
                    <a:pt x="117915" y="2716294"/>
                    <a:pt x="146441" y="2761645"/>
                    <a:pt x="177819" y="2806016"/>
                  </a:cubicBezTo>
                  <a:lnTo>
                    <a:pt x="274733" y="2928886"/>
                  </a:lnTo>
                  <a:lnTo>
                    <a:pt x="0" y="2928886"/>
                  </a:lnTo>
                  <a:close/>
                  <a:moveTo>
                    <a:pt x="1421035" y="1378"/>
                  </a:moveTo>
                  <a:cubicBezTo>
                    <a:pt x="1848323" y="-14790"/>
                    <a:pt x="2262193" y="111988"/>
                    <a:pt x="2605678" y="348168"/>
                  </a:cubicBezTo>
                  <a:cubicBezTo>
                    <a:pt x="2986690" y="610157"/>
                    <a:pt x="3281171" y="1006736"/>
                    <a:pt x="3411215" y="1492067"/>
                  </a:cubicBezTo>
                  <a:cubicBezTo>
                    <a:pt x="3536497" y="1959627"/>
                    <a:pt x="3488465" y="2432119"/>
                    <a:pt x="3306857" y="2839295"/>
                  </a:cubicBezTo>
                  <a:lnTo>
                    <a:pt x="3261670" y="2928886"/>
                  </a:lnTo>
                  <a:lnTo>
                    <a:pt x="2774329" y="2928886"/>
                  </a:lnTo>
                  <a:lnTo>
                    <a:pt x="2854316" y="2802203"/>
                  </a:lnTo>
                  <a:cubicBezTo>
                    <a:pt x="2954670" y="2624813"/>
                    <a:pt x="3019198" y="2432241"/>
                    <a:pt x="3046067" y="2229848"/>
                  </a:cubicBezTo>
                  <a:cubicBezTo>
                    <a:pt x="3073918" y="2019997"/>
                    <a:pt x="3059887" y="1808433"/>
                    <a:pt x="3004330" y="1601092"/>
                  </a:cubicBezTo>
                  <a:cubicBezTo>
                    <a:pt x="2953824" y="1412601"/>
                    <a:pt x="2871570" y="1237702"/>
                    <a:pt x="2759775" y="1081112"/>
                  </a:cubicBezTo>
                  <a:cubicBezTo>
                    <a:pt x="2651938" y="930074"/>
                    <a:pt x="2519787" y="800304"/>
                    <a:pt x="2367007" y="695245"/>
                  </a:cubicBezTo>
                  <a:cubicBezTo>
                    <a:pt x="2186422" y="571040"/>
                    <a:pt x="1978537" y="484889"/>
                    <a:pt x="1765861" y="445951"/>
                  </a:cubicBezTo>
                  <a:cubicBezTo>
                    <a:pt x="1543705" y="405264"/>
                    <a:pt x="1319800" y="414462"/>
                    <a:pt x="1100322" y="473271"/>
                  </a:cubicBezTo>
                  <a:cubicBezTo>
                    <a:pt x="859826" y="537712"/>
                    <a:pt x="751918" y="727591"/>
                    <a:pt x="566662" y="1085790"/>
                  </a:cubicBezTo>
                  <a:cubicBezTo>
                    <a:pt x="524297" y="1167705"/>
                    <a:pt x="480498" y="1252403"/>
                    <a:pt x="431916" y="1338236"/>
                  </a:cubicBezTo>
                  <a:cubicBezTo>
                    <a:pt x="304892" y="1562816"/>
                    <a:pt x="167019" y="1692123"/>
                    <a:pt x="66359" y="1786460"/>
                  </a:cubicBezTo>
                  <a:cubicBezTo>
                    <a:pt x="41685" y="1809641"/>
                    <a:pt x="19588" y="1830368"/>
                    <a:pt x="1807" y="1848695"/>
                  </a:cubicBezTo>
                  <a:lnTo>
                    <a:pt x="0" y="1850695"/>
                  </a:lnTo>
                  <a:lnTo>
                    <a:pt x="0" y="1233485"/>
                  </a:lnTo>
                  <a:lnTo>
                    <a:pt x="18046" y="1208183"/>
                  </a:lnTo>
                  <a:cubicBezTo>
                    <a:pt x="33947" y="1184196"/>
                    <a:pt x="49756" y="1158514"/>
                    <a:pt x="65393" y="1130865"/>
                  </a:cubicBezTo>
                  <a:cubicBezTo>
                    <a:pt x="315656" y="688463"/>
                    <a:pt x="466320" y="207127"/>
                    <a:pt x="991384" y="66436"/>
                  </a:cubicBezTo>
                  <a:cubicBezTo>
                    <a:pt x="1134686" y="28039"/>
                    <a:pt x="1278606" y="6767"/>
                    <a:pt x="1421035" y="1378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28" name="Freeform: Shape 27">
              <a:extLst>
                <a:ext uri="{FF2B5EF4-FFF2-40B4-BE49-F238E27FC236}">
                  <a16:creationId xmlns:a16="http://schemas.microsoft.com/office/drawing/2014/main" id="{A97410C4-9F35-480D-AF41-9881677BA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642" y="3804226"/>
              <a:ext cx="3664532" cy="3063253"/>
            </a:xfrm>
            <a:custGeom>
              <a:avLst/>
              <a:gdLst>
                <a:gd name="connsiteX0" fmla="*/ 1589544 w 3664532"/>
                <a:gd name="connsiteY0" fmla="*/ 1348 h 3063253"/>
                <a:gd name="connsiteX1" fmla="*/ 3592316 w 3664532"/>
                <a:gd name="connsiteY1" fmla="*/ 1577908 h 3063253"/>
                <a:gd name="connsiteX2" fmla="*/ 3464985 w 3664532"/>
                <a:gd name="connsiteY2" fmla="*/ 3019497 h 3063253"/>
                <a:gd name="connsiteX3" fmla="*/ 3441980 w 3664532"/>
                <a:gd name="connsiteY3" fmla="*/ 3063253 h 3063253"/>
                <a:gd name="connsiteX4" fmla="*/ 3180670 w 3664532"/>
                <a:gd name="connsiteY4" fmla="*/ 3063253 h 3063253"/>
                <a:gd name="connsiteX5" fmla="*/ 3224136 w 3664532"/>
                <a:gd name="connsiteY5" fmla="*/ 2966554 h 3063253"/>
                <a:gd name="connsiteX6" fmla="*/ 3355620 w 3664532"/>
                <a:gd name="connsiteY6" fmla="*/ 2437076 h 3063253"/>
                <a:gd name="connsiteX7" fmla="*/ 3363467 w 3664532"/>
                <a:gd name="connsiteY7" fmla="*/ 2076633 h 3063253"/>
                <a:gd name="connsiteX8" fmla="*/ 3304293 w 3664532"/>
                <a:gd name="connsiteY8" fmla="*/ 1722087 h 3063253"/>
                <a:gd name="connsiteX9" fmla="*/ 3182877 w 3664532"/>
                <a:gd name="connsiteY9" fmla="*/ 1384217 h 3063253"/>
                <a:gd name="connsiteX10" fmla="*/ 3001025 w 3664532"/>
                <a:gd name="connsiteY10" fmla="*/ 1074386 h 3063253"/>
                <a:gd name="connsiteX11" fmla="*/ 2477205 w 3664532"/>
                <a:gd name="connsiteY11" fmla="*/ 580474 h 3063253"/>
                <a:gd name="connsiteX12" fmla="*/ 1798691 w 3664532"/>
                <a:gd name="connsiteY12" fmla="*/ 315283 h 3063253"/>
                <a:gd name="connsiteX13" fmla="*/ 1753281 w 3664532"/>
                <a:gd name="connsiteY13" fmla="*/ 307175 h 3063253"/>
                <a:gd name="connsiteX14" fmla="*/ 1730532 w 3664532"/>
                <a:gd name="connsiteY14" fmla="*/ 303097 h 3063253"/>
                <a:gd name="connsiteX15" fmla="*/ 1707599 w 3664532"/>
                <a:gd name="connsiteY15" fmla="*/ 300231 h 3063253"/>
                <a:gd name="connsiteX16" fmla="*/ 1661716 w 3664532"/>
                <a:gd name="connsiteY16" fmla="*/ 294430 h 3063253"/>
                <a:gd name="connsiteX17" fmla="*/ 1615761 w 3664532"/>
                <a:gd name="connsiteY17" fmla="*/ 289448 h 3063253"/>
                <a:gd name="connsiteX18" fmla="*/ 1523276 w 3664532"/>
                <a:gd name="connsiteY18" fmla="*/ 282763 h 3063253"/>
                <a:gd name="connsiteX19" fmla="*/ 1430359 w 3664532"/>
                <a:gd name="connsiteY19" fmla="*/ 280699 h 3063253"/>
                <a:gd name="connsiteX20" fmla="*/ 1059060 w 3664532"/>
                <a:gd name="connsiteY20" fmla="*/ 318854 h 3063253"/>
                <a:gd name="connsiteX21" fmla="*/ 1012987 w 3664532"/>
                <a:gd name="connsiteY21" fmla="*/ 328075 h 3063253"/>
                <a:gd name="connsiteX22" fmla="*/ 968530 w 3664532"/>
                <a:gd name="connsiteY22" fmla="*/ 339260 h 3063253"/>
                <a:gd name="connsiteX23" fmla="*/ 924773 w 3664532"/>
                <a:gd name="connsiteY23" fmla="*/ 352511 h 3063253"/>
                <a:gd name="connsiteX24" fmla="*/ 881731 w 3664532"/>
                <a:gd name="connsiteY24" fmla="*/ 367896 h 3063253"/>
                <a:gd name="connsiteX25" fmla="*/ 839561 w 3664532"/>
                <a:gd name="connsiteY25" fmla="*/ 385444 h 3063253"/>
                <a:gd name="connsiteX26" fmla="*/ 798365 w 3664532"/>
                <a:gd name="connsiteY26" fmla="*/ 405276 h 3063253"/>
                <a:gd name="connsiteX27" fmla="*/ 758403 w 3664532"/>
                <a:gd name="connsiteY27" fmla="*/ 427539 h 3063253"/>
                <a:gd name="connsiteX28" fmla="*/ 719600 w 3664532"/>
                <a:gd name="connsiteY28" fmla="*/ 451961 h 3063253"/>
                <a:gd name="connsiteX29" fmla="*/ 577562 w 3664532"/>
                <a:gd name="connsiteY29" fmla="*/ 569522 h 3063253"/>
                <a:gd name="connsiteX30" fmla="*/ 456753 w 3664532"/>
                <a:gd name="connsiteY30" fmla="*/ 712062 h 3063253"/>
                <a:gd name="connsiteX31" fmla="*/ 353265 w 3664532"/>
                <a:gd name="connsiteY31" fmla="*/ 870162 h 3063253"/>
                <a:gd name="connsiteX32" fmla="*/ 305715 w 3664532"/>
                <a:gd name="connsiteY32" fmla="*/ 952522 h 3063253"/>
                <a:gd name="connsiteX33" fmla="*/ 260078 w 3664532"/>
                <a:gd name="connsiteY33" fmla="*/ 1036331 h 3063253"/>
                <a:gd name="connsiteX34" fmla="*/ 170320 w 3664532"/>
                <a:gd name="connsiteY34" fmla="*/ 1205796 h 3063253"/>
                <a:gd name="connsiteX35" fmla="*/ 124857 w 3664532"/>
                <a:gd name="connsiteY35" fmla="*/ 1290794 h 3063253"/>
                <a:gd name="connsiteX36" fmla="*/ 77228 w 3664532"/>
                <a:gd name="connsiteY36" fmla="*/ 1375573 h 3063253"/>
                <a:gd name="connsiteX37" fmla="*/ 23967 w 3664532"/>
                <a:gd name="connsiteY37" fmla="*/ 1458613 h 3063253"/>
                <a:gd name="connsiteX38" fmla="*/ 0 w 3664532"/>
                <a:gd name="connsiteY38" fmla="*/ 1490102 h 3063253"/>
                <a:gd name="connsiteX39" fmla="*/ 0 w 3664532"/>
                <a:gd name="connsiteY39" fmla="*/ 600302 h 3063253"/>
                <a:gd name="connsiteX40" fmla="*/ 7155 w 3664532"/>
                <a:gd name="connsiteY40" fmla="*/ 592928 h 3063253"/>
                <a:gd name="connsiteX41" fmla="*/ 940651 w 3664532"/>
                <a:gd name="connsiteY41" fmla="*/ 75740 h 3063253"/>
                <a:gd name="connsiteX42" fmla="*/ 1589544 w 3664532"/>
                <a:gd name="connsiteY42" fmla="*/ 1348 h 3063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664532" h="3063253">
                  <a:moveTo>
                    <a:pt x="1589544" y="1348"/>
                  </a:moveTo>
                  <a:cubicBezTo>
                    <a:pt x="2513808" y="33842"/>
                    <a:pt x="3344091" y="651520"/>
                    <a:pt x="3592316" y="1577908"/>
                  </a:cubicBezTo>
                  <a:cubicBezTo>
                    <a:pt x="3725976" y="2076733"/>
                    <a:pt x="3668729" y="2582423"/>
                    <a:pt x="3464985" y="3019497"/>
                  </a:cubicBezTo>
                  <a:lnTo>
                    <a:pt x="3441980" y="3063253"/>
                  </a:lnTo>
                  <a:lnTo>
                    <a:pt x="3180670" y="3063253"/>
                  </a:lnTo>
                  <a:lnTo>
                    <a:pt x="3224136" y="2966554"/>
                  </a:lnTo>
                  <a:cubicBezTo>
                    <a:pt x="3291771" y="2795537"/>
                    <a:pt x="3335430" y="2617005"/>
                    <a:pt x="3355620" y="2437076"/>
                  </a:cubicBezTo>
                  <a:cubicBezTo>
                    <a:pt x="3368996" y="2317218"/>
                    <a:pt x="3372310" y="2196423"/>
                    <a:pt x="3363467" y="2076633"/>
                  </a:cubicBezTo>
                  <a:cubicBezTo>
                    <a:pt x="3354557" y="1956861"/>
                    <a:pt x="3334732" y="1838125"/>
                    <a:pt x="3304293" y="1722087"/>
                  </a:cubicBezTo>
                  <a:cubicBezTo>
                    <a:pt x="3274126" y="1605975"/>
                    <a:pt x="3233351" y="1492852"/>
                    <a:pt x="3182877" y="1384217"/>
                  </a:cubicBezTo>
                  <a:cubicBezTo>
                    <a:pt x="3132588" y="1275460"/>
                    <a:pt x="3071047" y="1171897"/>
                    <a:pt x="3001025" y="1074386"/>
                  </a:cubicBezTo>
                  <a:cubicBezTo>
                    <a:pt x="2860378" y="879817"/>
                    <a:pt x="2682723" y="710135"/>
                    <a:pt x="2477205" y="580474"/>
                  </a:cubicBezTo>
                  <a:cubicBezTo>
                    <a:pt x="2271686" y="450814"/>
                    <a:pt x="2040125" y="361195"/>
                    <a:pt x="1798691" y="315283"/>
                  </a:cubicBezTo>
                  <a:lnTo>
                    <a:pt x="1753281" y="307175"/>
                  </a:lnTo>
                  <a:lnTo>
                    <a:pt x="1730532" y="303097"/>
                  </a:lnTo>
                  <a:lnTo>
                    <a:pt x="1707599" y="300231"/>
                  </a:lnTo>
                  <a:lnTo>
                    <a:pt x="1661716" y="294430"/>
                  </a:lnTo>
                  <a:cubicBezTo>
                    <a:pt x="1646462" y="292559"/>
                    <a:pt x="1631149" y="290194"/>
                    <a:pt x="1615761" y="289448"/>
                  </a:cubicBezTo>
                  <a:cubicBezTo>
                    <a:pt x="1584975" y="287377"/>
                    <a:pt x="1554157" y="284371"/>
                    <a:pt x="1523276" y="282763"/>
                  </a:cubicBezTo>
                  <a:lnTo>
                    <a:pt x="1430359" y="280699"/>
                  </a:lnTo>
                  <a:cubicBezTo>
                    <a:pt x="1306331" y="281594"/>
                    <a:pt x="1181785" y="294109"/>
                    <a:pt x="1059060" y="318854"/>
                  </a:cubicBezTo>
                  <a:lnTo>
                    <a:pt x="1012987" y="328075"/>
                  </a:lnTo>
                  <a:cubicBezTo>
                    <a:pt x="998030" y="331646"/>
                    <a:pt x="983384" y="335571"/>
                    <a:pt x="968530" y="339260"/>
                  </a:cubicBezTo>
                  <a:cubicBezTo>
                    <a:pt x="953853" y="343338"/>
                    <a:pt x="939377" y="348162"/>
                    <a:pt x="924773" y="352511"/>
                  </a:cubicBezTo>
                  <a:cubicBezTo>
                    <a:pt x="910278" y="357266"/>
                    <a:pt x="896136" y="362800"/>
                    <a:pt x="881731" y="367896"/>
                  </a:cubicBezTo>
                  <a:cubicBezTo>
                    <a:pt x="867590" y="373428"/>
                    <a:pt x="853698" y="379622"/>
                    <a:pt x="839561" y="385444"/>
                  </a:cubicBezTo>
                  <a:cubicBezTo>
                    <a:pt x="825810" y="391891"/>
                    <a:pt x="812130" y="398609"/>
                    <a:pt x="798365" y="405276"/>
                  </a:cubicBezTo>
                  <a:cubicBezTo>
                    <a:pt x="785090" y="412685"/>
                    <a:pt x="771605" y="419858"/>
                    <a:pt x="758403" y="427539"/>
                  </a:cubicBezTo>
                  <a:cubicBezTo>
                    <a:pt x="745548" y="435706"/>
                    <a:pt x="732259" y="443337"/>
                    <a:pt x="719600" y="451961"/>
                  </a:cubicBezTo>
                  <a:cubicBezTo>
                    <a:pt x="668664" y="485885"/>
                    <a:pt x="621352" y="525741"/>
                    <a:pt x="577562" y="569522"/>
                  </a:cubicBezTo>
                  <a:cubicBezTo>
                    <a:pt x="534000" y="613606"/>
                    <a:pt x="493580" y="661281"/>
                    <a:pt x="456753" y="712062"/>
                  </a:cubicBezTo>
                  <a:cubicBezTo>
                    <a:pt x="419754" y="762744"/>
                    <a:pt x="385485" y="815747"/>
                    <a:pt x="353265" y="870162"/>
                  </a:cubicBezTo>
                  <a:cubicBezTo>
                    <a:pt x="337069" y="897321"/>
                    <a:pt x="321168" y="924763"/>
                    <a:pt x="305715" y="952522"/>
                  </a:cubicBezTo>
                  <a:cubicBezTo>
                    <a:pt x="290262" y="980281"/>
                    <a:pt x="275152" y="1008238"/>
                    <a:pt x="260078" y="1036331"/>
                  </a:cubicBezTo>
                  <a:cubicBezTo>
                    <a:pt x="229846" y="1092467"/>
                    <a:pt x="200339" y="1149135"/>
                    <a:pt x="170320" y="1205796"/>
                  </a:cubicBezTo>
                  <a:lnTo>
                    <a:pt x="124857" y="1290794"/>
                  </a:lnTo>
                  <a:cubicBezTo>
                    <a:pt x="109549" y="1319095"/>
                    <a:pt x="94118" y="1347211"/>
                    <a:pt x="77228" y="1375573"/>
                  </a:cubicBezTo>
                  <a:cubicBezTo>
                    <a:pt x="60776" y="1403944"/>
                    <a:pt x="42932" y="1431630"/>
                    <a:pt x="23967" y="1458613"/>
                  </a:cubicBezTo>
                  <a:lnTo>
                    <a:pt x="0" y="1490102"/>
                  </a:lnTo>
                  <a:lnTo>
                    <a:pt x="0" y="600302"/>
                  </a:lnTo>
                  <a:lnTo>
                    <a:pt x="7155" y="592928"/>
                  </a:lnTo>
                  <a:cubicBezTo>
                    <a:pt x="261918" y="354349"/>
                    <a:pt x="578478" y="172784"/>
                    <a:pt x="940651" y="75740"/>
                  </a:cubicBezTo>
                  <a:cubicBezTo>
                    <a:pt x="1157955" y="17514"/>
                    <a:pt x="1376252" y="-6151"/>
                    <a:pt x="1589544" y="1348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2F9783-4124-D1BD-1FCC-00937AE9A45C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734683" y="1903896"/>
            <a:ext cx="4807959" cy="4368799"/>
          </a:xfrm>
        </p:spPr>
        <p:txBody>
          <a:bodyPr>
            <a:normAutofit/>
          </a:bodyPr>
          <a:lstStyle/>
          <a:p>
            <a:pPr marL="285750" lvl="1" indent="-285750"/>
            <a:r>
              <a:rPr lang="en-GB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Front-end: 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React + TypeScript single-page app with a Monaco-based C++ editor and a custom UML canvas. Feature slices cover Lessons*, Micro-Quiz Engine, UML Workbench, Code Practical and Analytics views.</a:t>
            </a:r>
          </a:p>
          <a:p>
            <a:pPr marL="285750" lvl="1" indent="-285750"/>
            <a:endParaRPr lang="en-GB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285750" lvl="1" indent="-285750"/>
            <a:r>
              <a:rPr lang="en-GB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API &amp; grading service: 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FastAPI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/Node backend delivers content, evaluates items and ingests analytics. Grading stack = containerised C++ runner with unit tests + static FM invariants, with Gemini-2.5-Pro used to generate formative explanations and feedback (formative marks, but not summative marks).</a:t>
            </a:r>
          </a:p>
          <a:p>
            <a:pPr marL="285750" lvl="1" indent="-285750"/>
            <a:endParaRPr lang="en-GB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285750" lvl="1" indent="-285750"/>
            <a:r>
              <a:rPr lang="en-GB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Data &amp; analytics: 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A .</a:t>
            </a:r>
            <a:r>
              <a:rPr lang="en-GB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jsonl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stores content, attempts and mastery bands, with an attempt-event log {session, item, LO ids, pass/fail, time, error class}. Dashboards and CSV export show per-student and cohort mastery and the most common error classes.</a:t>
            </a:r>
          </a:p>
        </p:txBody>
      </p:sp>
    </p:spTree>
    <p:extLst>
      <p:ext uri="{BB962C8B-B14F-4D97-AF65-F5344CB8AC3E}">
        <p14:creationId xmlns:p14="http://schemas.microsoft.com/office/powerpoint/2010/main" val="4114473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58ED36-4206-2DC0-E69D-4976C432B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Grey circuit connection on black background. 28863373 Vector Art at Vecteezy">
            <a:extLst>
              <a:ext uri="{FF2B5EF4-FFF2-40B4-BE49-F238E27FC236}">
                <a16:creationId xmlns:a16="http://schemas.microsoft.com/office/drawing/2014/main" id="{0974A7EF-169F-3435-F6B3-8B0D7FBC69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15" t="35069" r="20124"/>
          <a:stretch>
            <a:fillRect/>
          </a:stretch>
        </p:blipFill>
        <p:spPr bwMode="auto">
          <a:xfrm rot="10800000" flipV="1">
            <a:off x="-1" y="3429000"/>
            <a:ext cx="12192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Grey circuit connection on black background. 28863373 Vector Art at Vecteezy">
            <a:extLst>
              <a:ext uri="{FF2B5EF4-FFF2-40B4-BE49-F238E27FC236}">
                <a16:creationId xmlns:a16="http://schemas.microsoft.com/office/drawing/2014/main" id="{90C73D2D-160E-5DA8-E129-7DD5BF672B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15" t="29051" r="20124"/>
          <a:stretch>
            <a:fillRect/>
          </a:stretch>
        </p:blipFill>
        <p:spPr bwMode="auto">
          <a:xfrm rot="10800000">
            <a:off x="-1" y="-2"/>
            <a:ext cx="12192000" cy="3746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C3A212-7F6C-3E3F-20BA-74527E6FA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072" y="437322"/>
            <a:ext cx="10248644" cy="129269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800" b="1" kern="1200" dirty="0">
                <a:solidFill>
                  <a:srgbClr val="FFFFFF"/>
                </a:solidFill>
                <a:latin typeface="Montserrat" panose="00000500000000000000" pitchFamily="2" charset="0"/>
              </a:rPr>
              <a:t>Example JSON Data for Diagnostic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2F815F-782B-609C-24C0-FA4926E4777B}"/>
              </a:ext>
            </a:extLst>
          </p:cNvPr>
          <p:cNvSpPr txBox="1"/>
          <p:nvPr/>
        </p:nvSpPr>
        <p:spPr>
          <a:xfrm>
            <a:off x="949866" y="2464559"/>
            <a:ext cx="107390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solidFill>
                  <a:schemeClr val="bg1"/>
                </a:solidFill>
                <a:latin typeface="Montserrat" panose="00000500000000000000" pitchFamily="2" charset="0"/>
              </a:rPr>
              <a:t>One JSON entry for a student doing MQ1.1:</a:t>
            </a:r>
          </a:p>
          <a:p>
            <a:endParaRPr lang="en-ZA" b="1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ZA" dirty="0">
                <a:solidFill>
                  <a:schemeClr val="bg1"/>
                </a:solidFill>
                <a:latin typeface="Montserrat" panose="00000500000000000000" pitchFamily="2" charset="0"/>
              </a:rPr>
              <a:t>{"</a:t>
            </a:r>
            <a:r>
              <a:rPr lang="en-ZA" dirty="0" err="1">
                <a:solidFill>
                  <a:schemeClr val="bg1"/>
                </a:solidFill>
                <a:latin typeface="Montserrat" panose="00000500000000000000" pitchFamily="2" charset="0"/>
              </a:rPr>
              <a:t>ts</a:t>
            </a:r>
            <a:r>
              <a:rPr lang="en-ZA" dirty="0">
                <a:solidFill>
                  <a:schemeClr val="bg1"/>
                </a:solidFill>
                <a:latin typeface="Montserrat" panose="00000500000000000000" pitchFamily="2" charset="0"/>
              </a:rPr>
              <a:t>": 1763385216060, "</a:t>
            </a:r>
            <a:r>
              <a:rPr lang="en-ZA" dirty="0" err="1">
                <a:solidFill>
                  <a:schemeClr val="bg1"/>
                </a:solidFill>
                <a:latin typeface="Montserrat" panose="00000500000000000000" pitchFamily="2" charset="0"/>
              </a:rPr>
              <a:t>student_id</a:t>
            </a:r>
            <a:r>
              <a:rPr lang="en-ZA" dirty="0">
                <a:solidFill>
                  <a:schemeClr val="bg1"/>
                </a:solidFill>
                <a:latin typeface="Montserrat" panose="00000500000000000000" pitchFamily="2" charset="0"/>
              </a:rPr>
              <a:t>": "u22519042", "</a:t>
            </a:r>
            <a:r>
              <a:rPr lang="en-ZA" dirty="0" err="1">
                <a:solidFill>
                  <a:schemeClr val="bg1"/>
                </a:solidFill>
                <a:latin typeface="Montserrat" panose="00000500000000000000" pitchFamily="2" charset="0"/>
              </a:rPr>
              <a:t>session_id</a:t>
            </a:r>
            <a:r>
              <a:rPr lang="en-ZA" dirty="0">
                <a:solidFill>
                  <a:schemeClr val="bg1"/>
                </a:solidFill>
                <a:latin typeface="Montserrat" panose="00000500000000000000" pitchFamily="2" charset="0"/>
              </a:rPr>
              <a:t>": "ed29e739-81ef-4ac4-8202-392660e28c2f", "</a:t>
            </a:r>
            <a:r>
              <a:rPr lang="en-ZA" dirty="0" err="1">
                <a:solidFill>
                  <a:schemeClr val="bg1"/>
                </a:solidFill>
                <a:latin typeface="Montserrat" panose="00000500000000000000" pitchFamily="2" charset="0"/>
              </a:rPr>
              <a:t>mq_id</a:t>
            </a:r>
            <a:r>
              <a:rPr lang="en-ZA" dirty="0">
                <a:solidFill>
                  <a:schemeClr val="bg1"/>
                </a:solidFill>
                <a:latin typeface="Montserrat" panose="00000500000000000000" pitchFamily="2" charset="0"/>
              </a:rPr>
              <a:t>": "mq1", "</a:t>
            </a:r>
            <a:r>
              <a:rPr lang="en-ZA" dirty="0" err="1">
                <a:solidFill>
                  <a:schemeClr val="bg1"/>
                </a:solidFill>
                <a:latin typeface="Montserrat" panose="00000500000000000000" pitchFamily="2" charset="0"/>
              </a:rPr>
              <a:t>item_id</a:t>
            </a:r>
            <a:r>
              <a:rPr lang="en-ZA" dirty="0">
                <a:solidFill>
                  <a:schemeClr val="bg1"/>
                </a:solidFill>
                <a:latin typeface="Montserrat" panose="00000500000000000000" pitchFamily="2" charset="0"/>
              </a:rPr>
              <a:t>": "mq1_q1", "</a:t>
            </a:r>
            <a:r>
              <a:rPr lang="en-ZA" dirty="0" err="1">
                <a:solidFill>
                  <a:schemeClr val="bg1"/>
                </a:solidFill>
                <a:latin typeface="Montserrat" panose="00000500000000000000" pitchFamily="2" charset="0"/>
              </a:rPr>
              <a:t>lo_ids</a:t>
            </a:r>
            <a:r>
              <a:rPr lang="en-ZA" dirty="0">
                <a:solidFill>
                  <a:schemeClr val="bg1"/>
                </a:solidFill>
                <a:latin typeface="Montserrat" panose="00000500000000000000" pitchFamily="2" charset="0"/>
              </a:rPr>
              <a:t>": [1, 2, 3, 4], "</a:t>
            </a:r>
            <a:r>
              <a:rPr lang="en-ZA" dirty="0" err="1">
                <a:solidFill>
                  <a:schemeClr val="bg1"/>
                </a:solidFill>
                <a:latin typeface="Montserrat" panose="00000500000000000000" pitchFamily="2" charset="0"/>
              </a:rPr>
              <a:t>pass_fail</a:t>
            </a:r>
            <a:r>
              <a:rPr lang="en-ZA" dirty="0">
                <a:solidFill>
                  <a:schemeClr val="bg1"/>
                </a:solidFill>
                <a:latin typeface="Montserrat" panose="00000500000000000000" pitchFamily="2" charset="0"/>
              </a:rPr>
              <a:t>": 0, "attempts": 1, "</a:t>
            </a:r>
            <a:r>
              <a:rPr lang="en-ZA" dirty="0" err="1">
                <a:solidFill>
                  <a:schemeClr val="bg1"/>
                </a:solidFill>
                <a:latin typeface="Montserrat" panose="00000500000000000000" pitchFamily="2" charset="0"/>
              </a:rPr>
              <a:t>time_ms</a:t>
            </a:r>
            <a:r>
              <a:rPr lang="en-ZA" dirty="0">
                <a:solidFill>
                  <a:schemeClr val="bg1"/>
                </a:solidFill>
                <a:latin typeface="Montserrat" panose="00000500000000000000" pitchFamily="2" charset="0"/>
              </a:rPr>
              <a:t>": 0, "</a:t>
            </a:r>
            <a:r>
              <a:rPr lang="en-ZA" dirty="0" err="1">
                <a:solidFill>
                  <a:schemeClr val="bg1"/>
                </a:solidFill>
                <a:latin typeface="Montserrat" panose="00000500000000000000" pitchFamily="2" charset="0"/>
              </a:rPr>
              <a:t>error_class</a:t>
            </a:r>
            <a:r>
              <a:rPr lang="en-ZA" dirty="0">
                <a:solidFill>
                  <a:schemeClr val="bg1"/>
                </a:solidFill>
                <a:latin typeface="Montserrat" panose="00000500000000000000" pitchFamily="2" charset="0"/>
              </a:rPr>
              <a:t>": "intent-or-classification-misunderstood", "</a:t>
            </a:r>
            <a:r>
              <a:rPr lang="en-ZA" dirty="0" err="1">
                <a:solidFill>
                  <a:schemeClr val="bg1"/>
                </a:solidFill>
                <a:latin typeface="Montserrat" panose="00000500000000000000" pitchFamily="2" charset="0"/>
              </a:rPr>
              <a:t>remedial_clicked</a:t>
            </a:r>
            <a:r>
              <a:rPr lang="en-ZA" dirty="0">
                <a:solidFill>
                  <a:schemeClr val="bg1"/>
                </a:solidFill>
                <a:latin typeface="Montserrat" panose="00000500000000000000" pitchFamily="2" charset="0"/>
              </a:rPr>
              <a:t>": false, "</a:t>
            </a:r>
            <a:r>
              <a:rPr lang="en-ZA" dirty="0" err="1">
                <a:solidFill>
                  <a:schemeClr val="bg1"/>
                </a:solidFill>
                <a:latin typeface="Montserrat" panose="00000500000000000000" pitchFamily="2" charset="0"/>
              </a:rPr>
              <a:t>marks_awarded</a:t>
            </a:r>
            <a:r>
              <a:rPr lang="en-ZA" dirty="0">
                <a:solidFill>
                  <a:schemeClr val="bg1"/>
                </a:solidFill>
                <a:latin typeface="Montserrat" panose="00000500000000000000" pitchFamily="2" charset="0"/>
              </a:rPr>
              <a:t>": 0, "</a:t>
            </a:r>
            <a:r>
              <a:rPr lang="en-ZA" dirty="0" err="1">
                <a:solidFill>
                  <a:schemeClr val="bg1"/>
                </a:solidFill>
                <a:latin typeface="Montserrat" panose="00000500000000000000" pitchFamily="2" charset="0"/>
              </a:rPr>
              <a:t>marks_possible</a:t>
            </a:r>
            <a:r>
              <a:rPr lang="en-ZA" dirty="0">
                <a:solidFill>
                  <a:schemeClr val="bg1"/>
                </a:solidFill>
                <a:latin typeface="Montserrat" panose="00000500000000000000" pitchFamily="2" charset="0"/>
              </a:rPr>
              <a:t>": 2}</a:t>
            </a:r>
          </a:p>
          <a:p>
            <a:endParaRPr lang="en-ZA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14" name="Content Placeholder 4" descr="Molecule">
            <a:extLst>
              <a:ext uri="{FF2B5EF4-FFF2-40B4-BE49-F238E27FC236}">
                <a16:creationId xmlns:a16="http://schemas.microsoft.com/office/drawing/2014/main" id="{E8E1037D-F1AF-B353-1985-9525F86A7AD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0"/>
          </a:blip>
          <a:srcRect l="4543" r="12584"/>
          <a:stretch>
            <a:fillRect/>
          </a:stretch>
        </p:blipFill>
        <p:spPr>
          <a:xfrm rot="3059186">
            <a:off x="9787269" y="1080203"/>
            <a:ext cx="2925741" cy="2647811"/>
          </a:xfrm>
          <a:prstGeom prst="rect">
            <a:avLst/>
          </a:prstGeom>
        </p:spPr>
      </p:pic>
      <p:pic>
        <p:nvPicPr>
          <p:cNvPr id="15" name="Picture 8">
            <a:extLst>
              <a:ext uri="{FF2B5EF4-FFF2-40B4-BE49-F238E27FC236}">
                <a16:creationId xmlns:a16="http://schemas.microsoft.com/office/drawing/2014/main" id="{12976B0B-F092-E18A-7465-3935ABAD8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1" r="4921"/>
          <a:stretch/>
        </p:blipFill>
        <p:spPr bwMode="auto">
          <a:xfrm rot="20102061">
            <a:off x="4598721" y="718100"/>
            <a:ext cx="2581522" cy="2594882"/>
          </a:xfrm>
          <a:custGeom>
            <a:avLst/>
            <a:gdLst/>
            <a:ahLst/>
            <a:cxnLst/>
            <a:rect l="l" t="t" r="r" b="b"/>
            <a:pathLst>
              <a:path w="3458367" h="3476265">
                <a:moveTo>
                  <a:pt x="549716" y="15"/>
                </a:moveTo>
                <a:cubicBezTo>
                  <a:pt x="557611" y="271"/>
                  <a:pt x="565778" y="3856"/>
                  <a:pt x="573176" y="4995"/>
                </a:cubicBezTo>
                <a:cubicBezTo>
                  <a:pt x="736504" y="30493"/>
                  <a:pt x="899830" y="58040"/>
                  <a:pt x="1063336" y="82398"/>
                </a:cubicBezTo>
                <a:cubicBezTo>
                  <a:pt x="1216195" y="105163"/>
                  <a:pt x="1370136" y="110398"/>
                  <a:pt x="1523717" y="122237"/>
                </a:cubicBezTo>
                <a:cubicBezTo>
                  <a:pt x="1709602" y="136580"/>
                  <a:pt x="1895127" y="156841"/>
                  <a:pt x="2079929" y="188711"/>
                </a:cubicBezTo>
                <a:cubicBezTo>
                  <a:pt x="2208244" y="211023"/>
                  <a:pt x="2337823" y="226502"/>
                  <a:pt x="2467943" y="208745"/>
                </a:cubicBezTo>
                <a:cubicBezTo>
                  <a:pt x="2474439" y="207834"/>
                  <a:pt x="2481839" y="204876"/>
                  <a:pt x="2487253" y="207834"/>
                </a:cubicBezTo>
                <a:cubicBezTo>
                  <a:pt x="2550419" y="241073"/>
                  <a:pt x="2619357" y="217168"/>
                  <a:pt x="2684869" y="238113"/>
                </a:cubicBezTo>
                <a:cubicBezTo>
                  <a:pt x="2668085" y="318930"/>
                  <a:pt x="2596077" y="312327"/>
                  <a:pt x="2555471" y="368331"/>
                </a:cubicBezTo>
                <a:cubicBezTo>
                  <a:pt x="2621704" y="390639"/>
                  <a:pt x="2681259" y="413178"/>
                  <a:pt x="2741717" y="430023"/>
                </a:cubicBezTo>
                <a:cubicBezTo>
                  <a:pt x="2805785" y="447780"/>
                  <a:pt x="2860106" y="495816"/>
                  <a:pt x="2922728" y="517216"/>
                </a:cubicBezTo>
                <a:cubicBezTo>
                  <a:pt x="2936085" y="521769"/>
                  <a:pt x="2952146" y="537704"/>
                  <a:pt x="2956838" y="553184"/>
                </a:cubicBezTo>
                <a:cubicBezTo>
                  <a:pt x="2971997" y="603269"/>
                  <a:pt x="3274647" y="743732"/>
                  <a:pt x="3238914" y="788350"/>
                </a:cubicBezTo>
                <a:cubicBezTo>
                  <a:pt x="3224116" y="806791"/>
                  <a:pt x="3204986" y="819994"/>
                  <a:pt x="3184953" y="838207"/>
                </a:cubicBezTo>
                <a:cubicBezTo>
                  <a:pt x="3215093" y="872582"/>
                  <a:pt x="3249020" y="887608"/>
                  <a:pt x="3285115" y="897852"/>
                </a:cubicBezTo>
                <a:cubicBezTo>
                  <a:pt x="3295944" y="901039"/>
                  <a:pt x="3306591" y="907413"/>
                  <a:pt x="3307674" y="922894"/>
                </a:cubicBezTo>
                <a:cubicBezTo>
                  <a:pt x="3308757" y="939056"/>
                  <a:pt x="3297748" y="945429"/>
                  <a:pt x="3288544" y="952944"/>
                </a:cubicBezTo>
                <a:cubicBezTo>
                  <a:pt x="3275731" y="963415"/>
                  <a:pt x="3263278" y="972523"/>
                  <a:pt x="3247036" y="973888"/>
                </a:cubicBezTo>
                <a:cubicBezTo>
                  <a:pt x="3220325" y="975937"/>
                  <a:pt x="3207513" y="1005076"/>
                  <a:pt x="3191993" y="1026930"/>
                </a:cubicBezTo>
                <a:cubicBezTo>
                  <a:pt x="3183330" y="1039224"/>
                  <a:pt x="3178998" y="1064037"/>
                  <a:pt x="3194157" y="1068363"/>
                </a:cubicBezTo>
                <a:cubicBezTo>
                  <a:pt x="3230613" y="1078837"/>
                  <a:pt x="3227725" y="1109114"/>
                  <a:pt x="3226824" y="1143489"/>
                </a:cubicBezTo>
                <a:cubicBezTo>
                  <a:pt x="3225560" y="1186061"/>
                  <a:pt x="3204083" y="1205638"/>
                  <a:pt x="3177734" y="1222030"/>
                </a:cubicBezTo>
                <a:cubicBezTo>
                  <a:pt x="3168711" y="1227720"/>
                  <a:pt x="3155898" y="1227493"/>
                  <a:pt x="3152469" y="1245250"/>
                </a:cubicBezTo>
                <a:cubicBezTo>
                  <a:pt x="3167267" y="1262097"/>
                  <a:pt x="3185314" y="1248439"/>
                  <a:pt x="3201197" y="1253218"/>
                </a:cubicBezTo>
                <a:cubicBezTo>
                  <a:pt x="3214370" y="1257088"/>
                  <a:pt x="3236208" y="1255040"/>
                  <a:pt x="3218160" y="1286000"/>
                </a:cubicBezTo>
                <a:cubicBezTo>
                  <a:pt x="3212926" y="1294878"/>
                  <a:pt x="3219062" y="1301709"/>
                  <a:pt x="3225741" y="1302392"/>
                </a:cubicBezTo>
                <a:cubicBezTo>
                  <a:pt x="3279159" y="1309449"/>
                  <a:pt x="3254615" y="1372054"/>
                  <a:pt x="3271761" y="1405063"/>
                </a:cubicBezTo>
                <a:cubicBezTo>
                  <a:pt x="3276452" y="1414169"/>
                  <a:pt x="3271399" y="1429877"/>
                  <a:pt x="3263999" y="1433747"/>
                </a:cubicBezTo>
                <a:cubicBezTo>
                  <a:pt x="3216716" y="1459245"/>
                  <a:pt x="3210220" y="1520028"/>
                  <a:pt x="3187299" y="1572389"/>
                </a:cubicBezTo>
                <a:cubicBezTo>
                  <a:pt x="3212205" y="1593104"/>
                  <a:pt x="3241982" y="1597657"/>
                  <a:pt x="3268872" y="1611089"/>
                </a:cubicBezTo>
                <a:cubicBezTo>
                  <a:pt x="3296846" y="1625204"/>
                  <a:pt x="3296846" y="1635676"/>
                  <a:pt x="3273746" y="1676653"/>
                </a:cubicBezTo>
                <a:cubicBezTo>
                  <a:pt x="3333842" y="1685532"/>
                  <a:pt x="3333842" y="1685532"/>
                  <a:pt x="3315254" y="1749957"/>
                </a:cubicBezTo>
                <a:cubicBezTo>
                  <a:pt x="3365607" y="1755877"/>
                  <a:pt x="3398812" y="1786382"/>
                  <a:pt x="3406572" y="1853085"/>
                </a:cubicBezTo>
                <a:cubicBezTo>
                  <a:pt x="3410362" y="1885411"/>
                  <a:pt x="3433101" y="1900663"/>
                  <a:pt x="3458367" y="1922291"/>
                </a:cubicBezTo>
                <a:cubicBezTo>
                  <a:pt x="3426966" y="1943236"/>
                  <a:pt x="3405669" y="1986945"/>
                  <a:pt x="3369034" y="1940730"/>
                </a:cubicBezTo>
                <a:cubicBezTo>
                  <a:pt x="3355680" y="1923885"/>
                  <a:pt x="3356941" y="1945284"/>
                  <a:pt x="3355138" y="1951430"/>
                </a:cubicBezTo>
                <a:cubicBezTo>
                  <a:pt x="3350807" y="1966455"/>
                  <a:pt x="3359830" y="1976472"/>
                  <a:pt x="3365786" y="1987854"/>
                </a:cubicBezTo>
                <a:cubicBezTo>
                  <a:pt x="3371561" y="1999237"/>
                  <a:pt x="3378420" y="2011302"/>
                  <a:pt x="3380043" y="2024054"/>
                </a:cubicBezTo>
                <a:cubicBezTo>
                  <a:pt x="3381125" y="2032931"/>
                  <a:pt x="3375892" y="2045905"/>
                  <a:pt x="3370117" y="2052509"/>
                </a:cubicBezTo>
                <a:cubicBezTo>
                  <a:pt x="3339797" y="2087340"/>
                  <a:pt x="3357844" y="2165652"/>
                  <a:pt x="3300454" y="2175670"/>
                </a:cubicBezTo>
                <a:cubicBezTo>
                  <a:pt x="3274647" y="2180221"/>
                  <a:pt x="3262195" y="2208906"/>
                  <a:pt x="3243246" y="2224614"/>
                </a:cubicBezTo>
                <a:cubicBezTo>
                  <a:pt x="3177374" y="2279478"/>
                  <a:pt x="3133338" y="2350051"/>
                  <a:pt x="3112946" y="2447031"/>
                </a:cubicBezTo>
                <a:cubicBezTo>
                  <a:pt x="3107352" y="2473894"/>
                  <a:pt x="3085875" y="2495522"/>
                  <a:pt x="3071979" y="2519197"/>
                </a:cubicBezTo>
                <a:cubicBezTo>
                  <a:pt x="3078657" y="2536499"/>
                  <a:pt x="3115112" y="2499164"/>
                  <a:pt x="3102298" y="2544694"/>
                </a:cubicBezTo>
                <a:cubicBezTo>
                  <a:pt x="3092553" y="2578843"/>
                  <a:pt x="3067647" y="2600014"/>
                  <a:pt x="3044185" y="2620276"/>
                </a:cubicBezTo>
                <a:cubicBezTo>
                  <a:pt x="3017476" y="2643268"/>
                  <a:pt x="2987879" y="2661708"/>
                  <a:pt x="2975787" y="2704279"/>
                </a:cubicBezTo>
                <a:cubicBezTo>
                  <a:pt x="2973260" y="2713386"/>
                  <a:pt x="2965140" y="2722947"/>
                  <a:pt x="2957921" y="2726591"/>
                </a:cubicBezTo>
                <a:cubicBezTo>
                  <a:pt x="2581458" y="3475797"/>
                  <a:pt x="1654740" y="3480805"/>
                  <a:pt x="1547901" y="3475568"/>
                </a:cubicBezTo>
                <a:cubicBezTo>
                  <a:pt x="1418503" y="3468966"/>
                  <a:pt x="1296143" y="3422753"/>
                  <a:pt x="1176132" y="3365156"/>
                </a:cubicBezTo>
                <a:cubicBezTo>
                  <a:pt x="1125418" y="3340797"/>
                  <a:pt x="1078316" y="3306195"/>
                  <a:pt x="1029045" y="3279332"/>
                </a:cubicBezTo>
                <a:cubicBezTo>
                  <a:pt x="961009" y="3242223"/>
                  <a:pt x="908492" y="3171424"/>
                  <a:pt x="840634" y="3141601"/>
                </a:cubicBezTo>
                <a:cubicBezTo>
                  <a:pt x="770793" y="3110867"/>
                  <a:pt x="711057" y="3054638"/>
                  <a:pt x="639229" y="3030734"/>
                </a:cubicBezTo>
                <a:cubicBezTo>
                  <a:pt x="601330" y="3017985"/>
                  <a:pt x="564695" y="2994993"/>
                  <a:pt x="570649" y="2929200"/>
                </a:cubicBezTo>
                <a:cubicBezTo>
                  <a:pt x="572274" y="2910532"/>
                  <a:pt x="562349" y="2895282"/>
                  <a:pt x="546647" y="2900745"/>
                </a:cubicBezTo>
                <a:cubicBezTo>
                  <a:pt x="516690" y="2910989"/>
                  <a:pt x="503154" y="2883898"/>
                  <a:pt x="486550" y="2863636"/>
                </a:cubicBezTo>
                <a:cubicBezTo>
                  <a:pt x="456953" y="2827667"/>
                  <a:pt x="428801" y="2789422"/>
                  <a:pt x="381697" y="2783503"/>
                </a:cubicBezTo>
                <a:cubicBezTo>
                  <a:pt x="390720" y="2755272"/>
                  <a:pt x="406060" y="2759371"/>
                  <a:pt x="420137" y="2765290"/>
                </a:cubicBezTo>
                <a:cubicBezTo>
                  <a:pt x="457133" y="2780772"/>
                  <a:pt x="493769" y="2798300"/>
                  <a:pt x="530765" y="2813781"/>
                </a:cubicBezTo>
                <a:cubicBezTo>
                  <a:pt x="554948" y="2823799"/>
                  <a:pt x="578952" y="2837912"/>
                  <a:pt x="611257" y="2826755"/>
                </a:cubicBezTo>
                <a:cubicBezTo>
                  <a:pt x="583463" y="2769843"/>
                  <a:pt x="536180" y="2759598"/>
                  <a:pt x="497920" y="2742071"/>
                </a:cubicBezTo>
                <a:cubicBezTo>
                  <a:pt x="450096" y="2719988"/>
                  <a:pt x="421942" y="2678326"/>
                  <a:pt x="388193" y="2631885"/>
                </a:cubicBezTo>
                <a:cubicBezTo>
                  <a:pt x="423386" y="2620730"/>
                  <a:pt x="445223" y="2654879"/>
                  <a:pt x="472834" y="2653056"/>
                </a:cubicBezTo>
                <a:cubicBezTo>
                  <a:pt x="474279" y="2647140"/>
                  <a:pt x="476804" y="2638488"/>
                  <a:pt x="476444" y="2638259"/>
                </a:cubicBezTo>
                <a:cubicBezTo>
                  <a:pt x="431326" y="2612763"/>
                  <a:pt x="410211" y="2564956"/>
                  <a:pt x="403173" y="2507131"/>
                </a:cubicBezTo>
                <a:cubicBezTo>
                  <a:pt x="399563" y="2477310"/>
                  <a:pt x="383140" y="2467976"/>
                  <a:pt x="366897" y="2454316"/>
                </a:cubicBezTo>
                <a:cubicBezTo>
                  <a:pt x="310230" y="2405826"/>
                  <a:pt x="250314" y="2361890"/>
                  <a:pt x="203752" y="2295188"/>
                </a:cubicBezTo>
                <a:cubicBezTo>
                  <a:pt x="257532" y="2304066"/>
                  <a:pt x="300665" y="2347547"/>
                  <a:pt x="358597" y="2366215"/>
                </a:cubicBezTo>
                <a:cubicBezTo>
                  <a:pt x="312577" y="2292910"/>
                  <a:pt x="253020" y="2255803"/>
                  <a:pt x="198698" y="2211409"/>
                </a:cubicBezTo>
                <a:cubicBezTo>
                  <a:pt x="173974" y="2191149"/>
                  <a:pt x="151055" y="2165197"/>
                  <a:pt x="121097" y="2154269"/>
                </a:cubicBezTo>
                <a:cubicBezTo>
                  <a:pt x="110448" y="2150400"/>
                  <a:pt x="92943" y="2142204"/>
                  <a:pt x="101425" y="2120577"/>
                </a:cubicBezTo>
                <a:cubicBezTo>
                  <a:pt x="108643" y="2102593"/>
                  <a:pt x="122900" y="2108055"/>
                  <a:pt x="135895" y="2113292"/>
                </a:cubicBezTo>
                <a:cubicBezTo>
                  <a:pt x="167116" y="2126269"/>
                  <a:pt x="199421" y="2126495"/>
                  <a:pt x="241652" y="2126269"/>
                </a:cubicBezTo>
                <a:cubicBezTo>
                  <a:pt x="206279" y="2066851"/>
                  <a:pt x="141489" y="2084608"/>
                  <a:pt x="111170" y="2022231"/>
                </a:cubicBezTo>
                <a:cubicBezTo>
                  <a:pt x="149069" y="2011302"/>
                  <a:pt x="178305" y="2033841"/>
                  <a:pt x="208987" y="2038166"/>
                </a:cubicBezTo>
                <a:cubicBezTo>
                  <a:pt x="236777" y="2042036"/>
                  <a:pt x="243636" y="2031565"/>
                  <a:pt x="237139" y="1997188"/>
                </a:cubicBezTo>
                <a:cubicBezTo>
                  <a:pt x="227034" y="1943690"/>
                  <a:pt x="242193" y="1916371"/>
                  <a:pt x="282618" y="1930941"/>
                </a:cubicBezTo>
                <a:cubicBezTo>
                  <a:pt x="320155" y="1944601"/>
                  <a:pt x="324125" y="1924568"/>
                  <a:pt x="314019" y="1894062"/>
                </a:cubicBezTo>
                <a:cubicBezTo>
                  <a:pt x="299582" y="1849671"/>
                  <a:pt x="316004" y="1815295"/>
                  <a:pt x="327194" y="1777960"/>
                </a:cubicBezTo>
                <a:cubicBezTo>
                  <a:pt x="344339" y="1721045"/>
                  <a:pt x="337121" y="1693272"/>
                  <a:pt x="300123" y="1650929"/>
                </a:cubicBezTo>
                <a:cubicBezTo>
                  <a:pt x="279370" y="1627251"/>
                  <a:pt x="256992" y="1607219"/>
                  <a:pt x="226852" y="1586731"/>
                </a:cubicBezTo>
                <a:cubicBezTo>
                  <a:pt x="296334" y="1575576"/>
                  <a:pt x="223423" y="1538013"/>
                  <a:pt x="247968" y="1514564"/>
                </a:cubicBezTo>
                <a:cubicBezTo>
                  <a:pt x="297056" y="1505003"/>
                  <a:pt x="337121" y="1579673"/>
                  <a:pt x="403895" y="1558274"/>
                </a:cubicBezTo>
                <a:cubicBezTo>
                  <a:pt x="321420" y="1493619"/>
                  <a:pt x="230281" y="1472448"/>
                  <a:pt x="170546" y="1386396"/>
                </a:cubicBezTo>
                <a:cubicBezTo>
                  <a:pt x="184261" y="1366817"/>
                  <a:pt x="197977" y="1385030"/>
                  <a:pt x="209707" y="1377746"/>
                </a:cubicBezTo>
                <a:cubicBezTo>
                  <a:pt x="209346" y="1373192"/>
                  <a:pt x="210250" y="1366362"/>
                  <a:pt x="208083" y="1364314"/>
                </a:cubicBezTo>
                <a:cubicBezTo>
                  <a:pt x="163508" y="1317416"/>
                  <a:pt x="162784" y="1316279"/>
                  <a:pt x="210610" y="1281675"/>
                </a:cubicBezTo>
                <a:cubicBezTo>
                  <a:pt x="227394" y="1269609"/>
                  <a:pt x="225950" y="1258909"/>
                  <a:pt x="217108" y="1243657"/>
                </a:cubicBezTo>
                <a:cubicBezTo>
                  <a:pt x="210790" y="1232957"/>
                  <a:pt x="203211" y="1223395"/>
                  <a:pt x="206820" y="1199947"/>
                </a:cubicBezTo>
                <a:cubicBezTo>
                  <a:pt x="232988" y="1229998"/>
                  <a:pt x="359499" y="1220208"/>
                  <a:pt x="381877" y="1217021"/>
                </a:cubicBezTo>
                <a:cubicBezTo>
                  <a:pt x="406963" y="1213607"/>
                  <a:pt x="431688" y="1199037"/>
                  <a:pt x="458035" y="1207003"/>
                </a:cubicBezTo>
                <a:cubicBezTo>
                  <a:pt x="479150" y="1213381"/>
                  <a:pt x="576966" y="1275073"/>
                  <a:pt x="590863" y="1204273"/>
                </a:cubicBezTo>
                <a:cubicBezTo>
                  <a:pt x="591585" y="1200858"/>
                  <a:pt x="631107" y="1208826"/>
                  <a:pt x="652403" y="1212696"/>
                </a:cubicBezTo>
                <a:cubicBezTo>
                  <a:pt x="671172" y="1215883"/>
                  <a:pt x="692288" y="1229998"/>
                  <a:pt x="704920" y="1201769"/>
                </a:cubicBezTo>
                <a:cubicBezTo>
                  <a:pt x="712320" y="1185150"/>
                  <a:pt x="681820" y="1153051"/>
                  <a:pt x="654569" y="1150320"/>
                </a:cubicBezTo>
                <a:cubicBezTo>
                  <a:pt x="630926" y="1147814"/>
                  <a:pt x="606202" y="1144172"/>
                  <a:pt x="583643" y="1151001"/>
                </a:cubicBezTo>
                <a:cubicBezTo>
                  <a:pt x="555852" y="1159198"/>
                  <a:pt x="540873" y="1145995"/>
                  <a:pt x="533111" y="1117538"/>
                </a:cubicBezTo>
                <a:cubicBezTo>
                  <a:pt x="524450" y="1086122"/>
                  <a:pt x="507845" y="1071550"/>
                  <a:pt x="484926" y="1056980"/>
                </a:cubicBezTo>
                <a:cubicBezTo>
                  <a:pt x="429340" y="1021696"/>
                  <a:pt x="375921" y="980946"/>
                  <a:pt x="314922" y="960456"/>
                </a:cubicBezTo>
                <a:cubicBezTo>
                  <a:pt x="302830" y="956358"/>
                  <a:pt x="289476" y="950894"/>
                  <a:pt x="283881" y="923805"/>
                </a:cubicBezTo>
                <a:cubicBezTo>
                  <a:pt x="449013" y="964326"/>
                  <a:pt x="599526" y="1069958"/>
                  <a:pt x="769890" y="1063811"/>
                </a:cubicBezTo>
                <a:cubicBezTo>
                  <a:pt x="723329" y="1030346"/>
                  <a:pt x="669369" y="1028524"/>
                  <a:pt x="619738" y="1005076"/>
                </a:cubicBezTo>
                <a:cubicBezTo>
                  <a:pt x="654930" y="987546"/>
                  <a:pt x="687956" y="1005759"/>
                  <a:pt x="721344" y="1015777"/>
                </a:cubicBezTo>
                <a:cubicBezTo>
                  <a:pt x="749317" y="1023970"/>
                  <a:pt x="774583" y="1025337"/>
                  <a:pt x="777650" y="976393"/>
                </a:cubicBezTo>
                <a:cubicBezTo>
                  <a:pt x="776566" y="973205"/>
                  <a:pt x="776747" y="969107"/>
                  <a:pt x="776929" y="965238"/>
                </a:cubicBezTo>
                <a:cubicBezTo>
                  <a:pt x="767542" y="944976"/>
                  <a:pt x="752926" y="934504"/>
                  <a:pt x="735601" y="928584"/>
                </a:cubicBezTo>
                <a:cubicBezTo>
                  <a:pt x="725133" y="924942"/>
                  <a:pt x="711237" y="919478"/>
                  <a:pt x="711416" y="904909"/>
                </a:cubicBezTo>
                <a:cubicBezTo>
                  <a:pt x="711958" y="850955"/>
                  <a:pt x="678571" y="835246"/>
                  <a:pt x="645185" y="819539"/>
                </a:cubicBezTo>
                <a:cubicBezTo>
                  <a:pt x="663773" y="792676"/>
                  <a:pt x="678391" y="812481"/>
                  <a:pt x="692468" y="810433"/>
                </a:cubicBezTo>
                <a:cubicBezTo>
                  <a:pt x="701672" y="809067"/>
                  <a:pt x="709973" y="806563"/>
                  <a:pt x="709973" y="792676"/>
                </a:cubicBezTo>
                <a:cubicBezTo>
                  <a:pt x="710154" y="781065"/>
                  <a:pt x="705822" y="767861"/>
                  <a:pt x="696799" y="767635"/>
                </a:cubicBezTo>
                <a:cubicBezTo>
                  <a:pt x="640312" y="765585"/>
                  <a:pt x="609090" y="690914"/>
                  <a:pt x="550437" y="690687"/>
                </a:cubicBezTo>
                <a:cubicBezTo>
                  <a:pt x="515425" y="690687"/>
                  <a:pt x="568666" y="648572"/>
                  <a:pt x="539068" y="631042"/>
                </a:cubicBezTo>
                <a:cubicBezTo>
                  <a:pt x="532570" y="627171"/>
                  <a:pt x="556032" y="621254"/>
                  <a:pt x="566500" y="622164"/>
                </a:cubicBezTo>
                <a:cubicBezTo>
                  <a:pt x="576786" y="623074"/>
                  <a:pt x="585990" y="634229"/>
                  <a:pt x="598443" y="626261"/>
                </a:cubicBezTo>
                <a:cubicBezTo>
                  <a:pt x="605300" y="597806"/>
                  <a:pt x="587615" y="587332"/>
                  <a:pt x="572996" y="579365"/>
                </a:cubicBezTo>
                <a:cubicBezTo>
                  <a:pt x="539247" y="560925"/>
                  <a:pt x="506402" y="538615"/>
                  <a:pt x="469405" y="532013"/>
                </a:cubicBezTo>
                <a:cubicBezTo>
                  <a:pt x="456232" y="529737"/>
                  <a:pt x="488355" y="499231"/>
                  <a:pt x="494671" y="488532"/>
                </a:cubicBezTo>
                <a:cubicBezTo>
                  <a:pt x="345782" y="376071"/>
                  <a:pt x="166756" y="381762"/>
                  <a:pt x="0" y="290928"/>
                </a:cubicBezTo>
                <a:cubicBezTo>
                  <a:pt x="36817" y="273173"/>
                  <a:pt x="63887" y="286148"/>
                  <a:pt x="88973" y="288880"/>
                </a:cubicBezTo>
                <a:cubicBezTo>
                  <a:pt x="151595" y="295708"/>
                  <a:pt x="213498" y="309822"/>
                  <a:pt x="275940" y="318246"/>
                </a:cubicBezTo>
                <a:cubicBezTo>
                  <a:pt x="306620" y="322344"/>
                  <a:pt x="335134" y="337824"/>
                  <a:pt x="369424" y="313239"/>
                </a:cubicBezTo>
                <a:cubicBezTo>
                  <a:pt x="392343" y="296847"/>
                  <a:pt x="428980" y="314604"/>
                  <a:pt x="457133" y="329174"/>
                </a:cubicBezTo>
                <a:cubicBezTo>
                  <a:pt x="480414" y="341238"/>
                  <a:pt x="502612" y="344425"/>
                  <a:pt x="533474" y="329174"/>
                </a:cubicBezTo>
                <a:cubicBezTo>
                  <a:pt x="505501" y="319841"/>
                  <a:pt x="484023" y="311645"/>
                  <a:pt x="462006" y="305953"/>
                </a:cubicBezTo>
                <a:cubicBezTo>
                  <a:pt x="444501" y="301400"/>
                  <a:pt x="486189" y="282960"/>
                  <a:pt x="507484" y="285237"/>
                </a:cubicBezTo>
                <a:cubicBezTo>
                  <a:pt x="537263" y="288423"/>
                  <a:pt x="520479" y="276586"/>
                  <a:pt x="515425" y="260195"/>
                </a:cubicBezTo>
                <a:cubicBezTo>
                  <a:pt x="510012" y="242665"/>
                  <a:pt x="526074" y="237203"/>
                  <a:pt x="536180" y="240844"/>
                </a:cubicBezTo>
                <a:cubicBezTo>
                  <a:pt x="574980" y="255187"/>
                  <a:pt x="613602" y="229917"/>
                  <a:pt x="653668" y="250407"/>
                </a:cubicBezTo>
                <a:cubicBezTo>
                  <a:pt x="643561" y="199867"/>
                  <a:pt x="621723" y="177784"/>
                  <a:pt x="576064" y="170726"/>
                </a:cubicBezTo>
                <a:cubicBezTo>
                  <a:pt x="558919" y="167996"/>
                  <a:pt x="541053" y="172093"/>
                  <a:pt x="526254" y="157522"/>
                </a:cubicBezTo>
                <a:cubicBezTo>
                  <a:pt x="517771" y="149101"/>
                  <a:pt x="508207" y="139084"/>
                  <a:pt x="514884" y="123603"/>
                </a:cubicBezTo>
                <a:cubicBezTo>
                  <a:pt x="519577" y="112674"/>
                  <a:pt x="529684" y="112674"/>
                  <a:pt x="537985" y="116318"/>
                </a:cubicBezTo>
                <a:cubicBezTo>
                  <a:pt x="575162" y="132483"/>
                  <a:pt x="613963" y="138400"/>
                  <a:pt x="652764" y="144320"/>
                </a:cubicBezTo>
                <a:cubicBezTo>
                  <a:pt x="658720" y="145230"/>
                  <a:pt x="665397" y="148191"/>
                  <a:pt x="672075" y="133164"/>
                </a:cubicBezTo>
                <a:cubicBezTo>
                  <a:pt x="599526" y="108805"/>
                  <a:pt x="530585" y="74202"/>
                  <a:pt x="456051" y="60770"/>
                </a:cubicBezTo>
                <a:cubicBezTo>
                  <a:pt x="457133" y="54397"/>
                  <a:pt x="458215" y="48022"/>
                  <a:pt x="459299" y="41649"/>
                </a:cubicBezTo>
                <a:cubicBezTo>
                  <a:pt x="517591" y="50753"/>
                  <a:pt x="575884" y="59859"/>
                  <a:pt x="649515" y="71243"/>
                </a:cubicBezTo>
                <a:cubicBezTo>
                  <a:pt x="604218" y="35045"/>
                  <a:pt x="561446" y="47111"/>
                  <a:pt x="527879" y="15013"/>
                </a:cubicBezTo>
                <a:cubicBezTo>
                  <a:pt x="534195" y="2833"/>
                  <a:pt x="541820" y="-241"/>
                  <a:pt x="549716" y="15"/>
                </a:cubicBezTo>
                <a:close/>
              </a:path>
            </a:pathLst>
          </a:cu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954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D9679C-9511-C7C9-F4F8-E950E3445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6857B-596A-A2D4-6BD1-A75142057E06}"/>
              </a:ext>
            </a:extLst>
          </p:cNvPr>
          <p:cNvSpPr txBox="1">
            <a:spLocks/>
          </p:cNvSpPr>
          <p:nvPr/>
        </p:nvSpPr>
        <p:spPr>
          <a:xfrm>
            <a:off x="979869" y="941479"/>
            <a:ext cx="6125964" cy="7059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b="1" kern="1200" dirty="0">
                <a:solidFill>
                  <a:schemeClr val="bg1"/>
                </a:solidFill>
                <a:latin typeface="Montserrat" panose="00000500000000000000" pitchFamily="2" charset="0"/>
              </a:rPr>
              <a:t>MVP, Risks &amp; Future Work:</a:t>
            </a:r>
          </a:p>
          <a:p>
            <a:pPr>
              <a:spcAft>
                <a:spcPts val="600"/>
              </a:spcAft>
            </a:pPr>
            <a:endParaRPr lang="en-US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8A92553D-F26E-F6D1-71F2-FD7B4EB18900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324612" y="1340225"/>
            <a:ext cx="4761558" cy="511800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</a:pPr>
            <a:r>
              <a:rPr lang="en-GB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MVP: 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Factory Method strand only – MQs, coding practical with tests, UML label/build, basic analytics + CSV export. MQs available via a direct “Start MQ” flow while lessons are still in progress.</a:t>
            </a:r>
          </a:p>
          <a:p>
            <a:pPr>
              <a:spcBef>
                <a:spcPts val="2500"/>
              </a:spcBef>
            </a:pPr>
            <a:r>
              <a:rPr lang="en-GB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Deferred: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 Rich lesson UI, FM vs AF vs Simple Factory discrimination, advanced lecturer dashboards, cohort trends, and a visual content-authoring tool.</a:t>
            </a:r>
          </a:p>
          <a:p>
            <a:pPr>
              <a:spcBef>
                <a:spcPts val="2500"/>
              </a:spcBef>
            </a:pPr>
            <a:r>
              <a:rPr lang="en-GB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Risks: 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C++ compile latency, brittle static checks, and scope creep; mitigated with caching, paired tests + feedback, and a strict MVP cutline.</a:t>
            </a:r>
          </a:p>
          <a:p>
            <a:pPr>
              <a:spcBef>
                <a:spcPts val="2500"/>
              </a:spcBef>
            </a:pPr>
            <a:r>
              <a:rPr lang="en-GB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Future: 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Add more patterns, use real COS214 data for diagnostics and summative support, and refine materials from analytics while carefully controlling any GenAI-generated content.</a:t>
            </a:r>
          </a:p>
          <a:p>
            <a:pPr>
              <a:spcBef>
                <a:spcPts val="2500"/>
              </a:spcBef>
            </a:pPr>
            <a:r>
              <a:rPr lang="en-GB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Recommended: </a:t>
            </a:r>
            <a:r>
              <a:rPr lang="en-GB" sz="1400" dirty="0">
                <a:solidFill>
                  <a:schemeClr val="bg1"/>
                </a:solidFill>
                <a:latin typeface="Montserrat" panose="00000500000000000000" pitchFamily="2" charset="0"/>
              </a:rPr>
              <a:t>Lecturer records clips explaining a single context, to be paired with micro lessons.</a:t>
            </a:r>
            <a:endParaRPr lang="en-GB" sz="14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4" name="Picture 6" descr="Road Map To Success Images – Browse 25,167 Stock Photos, Vectors, and Video  | Adobe Stock">
            <a:extLst>
              <a:ext uri="{FF2B5EF4-FFF2-40B4-BE49-F238E27FC236}">
                <a16:creationId xmlns:a16="http://schemas.microsoft.com/office/drawing/2014/main" id="{A49A39B6-F575-7983-748C-ED0B4B5054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41" r="5667" b="2"/>
          <a:stretch>
            <a:fillRect/>
          </a:stretch>
        </p:blipFill>
        <p:spPr bwMode="auto">
          <a:xfrm>
            <a:off x="8466219" y="3694716"/>
            <a:ext cx="3747932" cy="3176541"/>
          </a:xfrm>
          <a:custGeom>
            <a:avLst/>
            <a:gdLst/>
            <a:ahLst/>
            <a:cxnLst/>
            <a:rect l="l" t="t" r="r" b="b"/>
            <a:pathLst>
              <a:path w="3747932" h="3176541">
                <a:moveTo>
                  <a:pt x="3239865" y="21"/>
                </a:moveTo>
                <a:cubicBezTo>
                  <a:pt x="3261821" y="112"/>
                  <a:pt x="3278837" y="498"/>
                  <a:pt x="3290337" y="938"/>
                </a:cubicBezTo>
                <a:cubicBezTo>
                  <a:pt x="3401766" y="5376"/>
                  <a:pt x="3510165" y="23128"/>
                  <a:pt x="3616543" y="49449"/>
                </a:cubicBezTo>
                <a:lnTo>
                  <a:pt x="3747932" y="87091"/>
                </a:lnTo>
                <a:lnTo>
                  <a:pt x="3747932" y="3176541"/>
                </a:lnTo>
                <a:lnTo>
                  <a:pt x="401358" y="3176541"/>
                </a:lnTo>
                <a:lnTo>
                  <a:pt x="398780" y="3136258"/>
                </a:lnTo>
                <a:cubicBezTo>
                  <a:pt x="400956" y="3079023"/>
                  <a:pt x="437945" y="3052703"/>
                  <a:pt x="483325" y="3030665"/>
                </a:cubicBezTo>
                <a:cubicBezTo>
                  <a:pt x="498866" y="3023015"/>
                  <a:pt x="520932" y="3023320"/>
                  <a:pt x="526840" y="2999447"/>
                </a:cubicBezTo>
                <a:cubicBezTo>
                  <a:pt x="501352" y="2976798"/>
                  <a:pt x="470270" y="2995161"/>
                  <a:pt x="442916" y="2988735"/>
                </a:cubicBezTo>
                <a:cubicBezTo>
                  <a:pt x="420228" y="2983533"/>
                  <a:pt x="382618" y="2986286"/>
                  <a:pt x="413701" y="2944662"/>
                </a:cubicBezTo>
                <a:cubicBezTo>
                  <a:pt x="422716" y="2932726"/>
                  <a:pt x="412147" y="2923542"/>
                  <a:pt x="400645" y="2922625"/>
                </a:cubicBezTo>
                <a:cubicBezTo>
                  <a:pt x="308644" y="2913137"/>
                  <a:pt x="350915" y="2828968"/>
                  <a:pt x="321386" y="2784590"/>
                </a:cubicBezTo>
                <a:cubicBezTo>
                  <a:pt x="313307" y="2772348"/>
                  <a:pt x="322010" y="2751230"/>
                  <a:pt x="334753" y="2746027"/>
                </a:cubicBezTo>
                <a:cubicBezTo>
                  <a:pt x="416187" y="2711746"/>
                  <a:pt x="427377" y="2630027"/>
                  <a:pt x="466852" y="2559632"/>
                </a:cubicBezTo>
                <a:cubicBezTo>
                  <a:pt x="423957" y="2531782"/>
                  <a:pt x="372673" y="2525661"/>
                  <a:pt x="326361" y="2507602"/>
                </a:cubicBezTo>
                <a:cubicBezTo>
                  <a:pt x="278183" y="2488626"/>
                  <a:pt x="278183" y="2474547"/>
                  <a:pt x="317968" y="2419457"/>
                </a:cubicBezTo>
                <a:cubicBezTo>
                  <a:pt x="214465" y="2407519"/>
                  <a:pt x="214465" y="2407519"/>
                  <a:pt x="246479" y="2320903"/>
                </a:cubicBezTo>
                <a:cubicBezTo>
                  <a:pt x="159758" y="2312945"/>
                  <a:pt x="102570" y="2271933"/>
                  <a:pt x="89205" y="2182255"/>
                </a:cubicBezTo>
                <a:cubicBezTo>
                  <a:pt x="82677" y="2138795"/>
                  <a:pt x="43514" y="2118290"/>
                  <a:pt x="0" y="2089213"/>
                </a:cubicBezTo>
                <a:cubicBezTo>
                  <a:pt x="54081" y="2061053"/>
                  <a:pt x="90759" y="2002290"/>
                  <a:pt x="153855" y="2064423"/>
                </a:cubicBezTo>
                <a:cubicBezTo>
                  <a:pt x="176855" y="2087070"/>
                  <a:pt x="174683" y="2058300"/>
                  <a:pt x="177788" y="2050037"/>
                </a:cubicBezTo>
                <a:cubicBezTo>
                  <a:pt x="185247" y="2029838"/>
                  <a:pt x="169707" y="2016369"/>
                  <a:pt x="159450" y="2001067"/>
                </a:cubicBezTo>
                <a:cubicBezTo>
                  <a:pt x="149504" y="1985763"/>
                  <a:pt x="137691" y="1969543"/>
                  <a:pt x="134895" y="1952400"/>
                </a:cubicBezTo>
                <a:cubicBezTo>
                  <a:pt x="133031" y="1940465"/>
                  <a:pt x="142044" y="1923021"/>
                  <a:pt x="151990" y="1914144"/>
                </a:cubicBezTo>
                <a:cubicBezTo>
                  <a:pt x="204209" y="1867316"/>
                  <a:pt x="173127" y="1762030"/>
                  <a:pt x="271969" y="1748562"/>
                </a:cubicBezTo>
                <a:cubicBezTo>
                  <a:pt x="316415" y="1742443"/>
                  <a:pt x="337860" y="1703878"/>
                  <a:pt x="370497" y="1682760"/>
                </a:cubicBezTo>
                <a:cubicBezTo>
                  <a:pt x="483946" y="1608999"/>
                  <a:pt x="559787" y="1514119"/>
                  <a:pt x="594908" y="1383735"/>
                </a:cubicBezTo>
                <a:cubicBezTo>
                  <a:pt x="604543" y="1347620"/>
                  <a:pt x="641532" y="1318542"/>
                  <a:pt x="665465" y="1286713"/>
                </a:cubicBezTo>
                <a:cubicBezTo>
                  <a:pt x="653963" y="1263452"/>
                  <a:pt x="591178" y="1313647"/>
                  <a:pt x="613246" y="1252435"/>
                </a:cubicBezTo>
                <a:cubicBezTo>
                  <a:pt x="630030" y="1206524"/>
                  <a:pt x="672925" y="1178060"/>
                  <a:pt x="713332" y="1150820"/>
                </a:cubicBezTo>
                <a:cubicBezTo>
                  <a:pt x="759333" y="1119908"/>
                  <a:pt x="810307" y="1095117"/>
                  <a:pt x="831133" y="1037883"/>
                </a:cubicBezTo>
                <a:cubicBezTo>
                  <a:pt x="835485" y="1025640"/>
                  <a:pt x="849470" y="1012785"/>
                  <a:pt x="861903" y="1007887"/>
                </a:cubicBezTo>
                <a:cubicBezTo>
                  <a:pt x="1469751" y="63584"/>
                  <a:pt x="2910527" y="-1353"/>
                  <a:pt x="3239865" y="21"/>
                </a:cubicBezTo>
                <a:close/>
              </a:path>
            </a:pathLst>
          </a:custGeom>
          <a:noFill/>
          <a:ln w="9525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B86948F3-CDC4-DF97-3451-52984DA07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5" b="3315"/>
          <a:stretch/>
        </p:blipFill>
        <p:spPr bwMode="auto">
          <a:xfrm rot="19945880">
            <a:off x="5415946" y="2250353"/>
            <a:ext cx="3458367" cy="3476265"/>
          </a:xfrm>
          <a:custGeom>
            <a:avLst/>
            <a:gdLst/>
            <a:ahLst/>
            <a:cxnLst/>
            <a:rect l="l" t="t" r="r" b="b"/>
            <a:pathLst>
              <a:path w="3458367" h="3476265">
                <a:moveTo>
                  <a:pt x="549716" y="15"/>
                </a:moveTo>
                <a:cubicBezTo>
                  <a:pt x="557611" y="271"/>
                  <a:pt x="565778" y="3856"/>
                  <a:pt x="573176" y="4995"/>
                </a:cubicBezTo>
                <a:cubicBezTo>
                  <a:pt x="736504" y="30493"/>
                  <a:pt x="899830" y="58040"/>
                  <a:pt x="1063336" y="82398"/>
                </a:cubicBezTo>
                <a:cubicBezTo>
                  <a:pt x="1216195" y="105163"/>
                  <a:pt x="1370136" y="110398"/>
                  <a:pt x="1523717" y="122237"/>
                </a:cubicBezTo>
                <a:cubicBezTo>
                  <a:pt x="1709602" y="136580"/>
                  <a:pt x="1895127" y="156841"/>
                  <a:pt x="2079929" y="188711"/>
                </a:cubicBezTo>
                <a:cubicBezTo>
                  <a:pt x="2208244" y="211023"/>
                  <a:pt x="2337823" y="226502"/>
                  <a:pt x="2467943" y="208745"/>
                </a:cubicBezTo>
                <a:cubicBezTo>
                  <a:pt x="2474439" y="207834"/>
                  <a:pt x="2481839" y="204876"/>
                  <a:pt x="2487253" y="207834"/>
                </a:cubicBezTo>
                <a:cubicBezTo>
                  <a:pt x="2550419" y="241073"/>
                  <a:pt x="2619357" y="217168"/>
                  <a:pt x="2684869" y="238113"/>
                </a:cubicBezTo>
                <a:cubicBezTo>
                  <a:pt x="2668085" y="318930"/>
                  <a:pt x="2596077" y="312327"/>
                  <a:pt x="2555471" y="368331"/>
                </a:cubicBezTo>
                <a:cubicBezTo>
                  <a:pt x="2621704" y="390639"/>
                  <a:pt x="2681259" y="413178"/>
                  <a:pt x="2741717" y="430023"/>
                </a:cubicBezTo>
                <a:cubicBezTo>
                  <a:pt x="2805785" y="447780"/>
                  <a:pt x="2860106" y="495816"/>
                  <a:pt x="2922728" y="517216"/>
                </a:cubicBezTo>
                <a:cubicBezTo>
                  <a:pt x="2936085" y="521769"/>
                  <a:pt x="2952146" y="537704"/>
                  <a:pt x="2956838" y="553184"/>
                </a:cubicBezTo>
                <a:cubicBezTo>
                  <a:pt x="2971997" y="603269"/>
                  <a:pt x="3274647" y="743732"/>
                  <a:pt x="3238914" y="788350"/>
                </a:cubicBezTo>
                <a:cubicBezTo>
                  <a:pt x="3224116" y="806791"/>
                  <a:pt x="3204986" y="819994"/>
                  <a:pt x="3184953" y="838207"/>
                </a:cubicBezTo>
                <a:cubicBezTo>
                  <a:pt x="3215093" y="872582"/>
                  <a:pt x="3249020" y="887608"/>
                  <a:pt x="3285115" y="897852"/>
                </a:cubicBezTo>
                <a:cubicBezTo>
                  <a:pt x="3295944" y="901039"/>
                  <a:pt x="3306591" y="907413"/>
                  <a:pt x="3307674" y="922894"/>
                </a:cubicBezTo>
                <a:cubicBezTo>
                  <a:pt x="3308757" y="939056"/>
                  <a:pt x="3297748" y="945429"/>
                  <a:pt x="3288544" y="952944"/>
                </a:cubicBezTo>
                <a:cubicBezTo>
                  <a:pt x="3275731" y="963415"/>
                  <a:pt x="3263278" y="972523"/>
                  <a:pt x="3247036" y="973888"/>
                </a:cubicBezTo>
                <a:cubicBezTo>
                  <a:pt x="3220325" y="975937"/>
                  <a:pt x="3207513" y="1005076"/>
                  <a:pt x="3191993" y="1026930"/>
                </a:cubicBezTo>
                <a:cubicBezTo>
                  <a:pt x="3183330" y="1039224"/>
                  <a:pt x="3178998" y="1064037"/>
                  <a:pt x="3194157" y="1068363"/>
                </a:cubicBezTo>
                <a:cubicBezTo>
                  <a:pt x="3230613" y="1078837"/>
                  <a:pt x="3227725" y="1109114"/>
                  <a:pt x="3226824" y="1143489"/>
                </a:cubicBezTo>
                <a:cubicBezTo>
                  <a:pt x="3225560" y="1186061"/>
                  <a:pt x="3204083" y="1205638"/>
                  <a:pt x="3177734" y="1222030"/>
                </a:cubicBezTo>
                <a:cubicBezTo>
                  <a:pt x="3168711" y="1227720"/>
                  <a:pt x="3155898" y="1227493"/>
                  <a:pt x="3152469" y="1245250"/>
                </a:cubicBezTo>
                <a:cubicBezTo>
                  <a:pt x="3167267" y="1262097"/>
                  <a:pt x="3185314" y="1248439"/>
                  <a:pt x="3201197" y="1253218"/>
                </a:cubicBezTo>
                <a:cubicBezTo>
                  <a:pt x="3214370" y="1257088"/>
                  <a:pt x="3236208" y="1255040"/>
                  <a:pt x="3218160" y="1286000"/>
                </a:cubicBezTo>
                <a:cubicBezTo>
                  <a:pt x="3212926" y="1294878"/>
                  <a:pt x="3219062" y="1301709"/>
                  <a:pt x="3225741" y="1302392"/>
                </a:cubicBezTo>
                <a:cubicBezTo>
                  <a:pt x="3279159" y="1309449"/>
                  <a:pt x="3254615" y="1372054"/>
                  <a:pt x="3271761" y="1405063"/>
                </a:cubicBezTo>
                <a:cubicBezTo>
                  <a:pt x="3276452" y="1414169"/>
                  <a:pt x="3271399" y="1429877"/>
                  <a:pt x="3263999" y="1433747"/>
                </a:cubicBezTo>
                <a:cubicBezTo>
                  <a:pt x="3216716" y="1459245"/>
                  <a:pt x="3210220" y="1520028"/>
                  <a:pt x="3187299" y="1572389"/>
                </a:cubicBezTo>
                <a:cubicBezTo>
                  <a:pt x="3212205" y="1593104"/>
                  <a:pt x="3241982" y="1597657"/>
                  <a:pt x="3268872" y="1611089"/>
                </a:cubicBezTo>
                <a:cubicBezTo>
                  <a:pt x="3296846" y="1625204"/>
                  <a:pt x="3296846" y="1635676"/>
                  <a:pt x="3273746" y="1676653"/>
                </a:cubicBezTo>
                <a:cubicBezTo>
                  <a:pt x="3333842" y="1685532"/>
                  <a:pt x="3333842" y="1685532"/>
                  <a:pt x="3315254" y="1749957"/>
                </a:cubicBezTo>
                <a:cubicBezTo>
                  <a:pt x="3365607" y="1755877"/>
                  <a:pt x="3398812" y="1786382"/>
                  <a:pt x="3406572" y="1853085"/>
                </a:cubicBezTo>
                <a:cubicBezTo>
                  <a:pt x="3410362" y="1885411"/>
                  <a:pt x="3433101" y="1900663"/>
                  <a:pt x="3458367" y="1922291"/>
                </a:cubicBezTo>
                <a:cubicBezTo>
                  <a:pt x="3426966" y="1943236"/>
                  <a:pt x="3405669" y="1986945"/>
                  <a:pt x="3369034" y="1940730"/>
                </a:cubicBezTo>
                <a:cubicBezTo>
                  <a:pt x="3355680" y="1923885"/>
                  <a:pt x="3356941" y="1945284"/>
                  <a:pt x="3355138" y="1951430"/>
                </a:cubicBezTo>
                <a:cubicBezTo>
                  <a:pt x="3350807" y="1966455"/>
                  <a:pt x="3359830" y="1976472"/>
                  <a:pt x="3365786" y="1987854"/>
                </a:cubicBezTo>
                <a:cubicBezTo>
                  <a:pt x="3371561" y="1999237"/>
                  <a:pt x="3378420" y="2011302"/>
                  <a:pt x="3380043" y="2024054"/>
                </a:cubicBezTo>
                <a:cubicBezTo>
                  <a:pt x="3381125" y="2032931"/>
                  <a:pt x="3375892" y="2045905"/>
                  <a:pt x="3370117" y="2052509"/>
                </a:cubicBezTo>
                <a:cubicBezTo>
                  <a:pt x="3339797" y="2087340"/>
                  <a:pt x="3357844" y="2165652"/>
                  <a:pt x="3300454" y="2175670"/>
                </a:cubicBezTo>
                <a:cubicBezTo>
                  <a:pt x="3274647" y="2180221"/>
                  <a:pt x="3262195" y="2208906"/>
                  <a:pt x="3243246" y="2224614"/>
                </a:cubicBezTo>
                <a:cubicBezTo>
                  <a:pt x="3177374" y="2279478"/>
                  <a:pt x="3133338" y="2350051"/>
                  <a:pt x="3112946" y="2447031"/>
                </a:cubicBezTo>
                <a:cubicBezTo>
                  <a:pt x="3107352" y="2473894"/>
                  <a:pt x="3085875" y="2495522"/>
                  <a:pt x="3071979" y="2519197"/>
                </a:cubicBezTo>
                <a:cubicBezTo>
                  <a:pt x="3078657" y="2536499"/>
                  <a:pt x="3115112" y="2499164"/>
                  <a:pt x="3102298" y="2544694"/>
                </a:cubicBezTo>
                <a:cubicBezTo>
                  <a:pt x="3092553" y="2578843"/>
                  <a:pt x="3067647" y="2600014"/>
                  <a:pt x="3044185" y="2620276"/>
                </a:cubicBezTo>
                <a:cubicBezTo>
                  <a:pt x="3017476" y="2643268"/>
                  <a:pt x="2987879" y="2661708"/>
                  <a:pt x="2975787" y="2704279"/>
                </a:cubicBezTo>
                <a:cubicBezTo>
                  <a:pt x="2973260" y="2713386"/>
                  <a:pt x="2965140" y="2722947"/>
                  <a:pt x="2957921" y="2726591"/>
                </a:cubicBezTo>
                <a:cubicBezTo>
                  <a:pt x="2581458" y="3475797"/>
                  <a:pt x="1654740" y="3480805"/>
                  <a:pt x="1547901" y="3475568"/>
                </a:cubicBezTo>
                <a:cubicBezTo>
                  <a:pt x="1418503" y="3468966"/>
                  <a:pt x="1296143" y="3422753"/>
                  <a:pt x="1176132" y="3365156"/>
                </a:cubicBezTo>
                <a:cubicBezTo>
                  <a:pt x="1125418" y="3340797"/>
                  <a:pt x="1078316" y="3306195"/>
                  <a:pt x="1029045" y="3279332"/>
                </a:cubicBezTo>
                <a:cubicBezTo>
                  <a:pt x="961009" y="3242223"/>
                  <a:pt x="908492" y="3171424"/>
                  <a:pt x="840634" y="3141601"/>
                </a:cubicBezTo>
                <a:cubicBezTo>
                  <a:pt x="770793" y="3110867"/>
                  <a:pt x="711057" y="3054638"/>
                  <a:pt x="639229" y="3030734"/>
                </a:cubicBezTo>
                <a:cubicBezTo>
                  <a:pt x="601330" y="3017985"/>
                  <a:pt x="564695" y="2994993"/>
                  <a:pt x="570649" y="2929200"/>
                </a:cubicBezTo>
                <a:cubicBezTo>
                  <a:pt x="572274" y="2910532"/>
                  <a:pt x="562349" y="2895282"/>
                  <a:pt x="546647" y="2900745"/>
                </a:cubicBezTo>
                <a:cubicBezTo>
                  <a:pt x="516690" y="2910989"/>
                  <a:pt x="503154" y="2883898"/>
                  <a:pt x="486550" y="2863636"/>
                </a:cubicBezTo>
                <a:cubicBezTo>
                  <a:pt x="456953" y="2827667"/>
                  <a:pt x="428801" y="2789422"/>
                  <a:pt x="381697" y="2783503"/>
                </a:cubicBezTo>
                <a:cubicBezTo>
                  <a:pt x="390720" y="2755272"/>
                  <a:pt x="406060" y="2759371"/>
                  <a:pt x="420137" y="2765290"/>
                </a:cubicBezTo>
                <a:cubicBezTo>
                  <a:pt x="457133" y="2780772"/>
                  <a:pt x="493769" y="2798300"/>
                  <a:pt x="530765" y="2813781"/>
                </a:cubicBezTo>
                <a:cubicBezTo>
                  <a:pt x="554948" y="2823799"/>
                  <a:pt x="578952" y="2837912"/>
                  <a:pt x="611257" y="2826755"/>
                </a:cubicBezTo>
                <a:cubicBezTo>
                  <a:pt x="583463" y="2769843"/>
                  <a:pt x="536180" y="2759598"/>
                  <a:pt x="497920" y="2742071"/>
                </a:cubicBezTo>
                <a:cubicBezTo>
                  <a:pt x="450096" y="2719988"/>
                  <a:pt x="421942" y="2678326"/>
                  <a:pt x="388193" y="2631885"/>
                </a:cubicBezTo>
                <a:cubicBezTo>
                  <a:pt x="423386" y="2620730"/>
                  <a:pt x="445223" y="2654879"/>
                  <a:pt x="472834" y="2653056"/>
                </a:cubicBezTo>
                <a:cubicBezTo>
                  <a:pt x="474279" y="2647140"/>
                  <a:pt x="476804" y="2638488"/>
                  <a:pt x="476444" y="2638259"/>
                </a:cubicBezTo>
                <a:cubicBezTo>
                  <a:pt x="431326" y="2612763"/>
                  <a:pt x="410211" y="2564956"/>
                  <a:pt x="403173" y="2507131"/>
                </a:cubicBezTo>
                <a:cubicBezTo>
                  <a:pt x="399563" y="2477310"/>
                  <a:pt x="383140" y="2467976"/>
                  <a:pt x="366897" y="2454316"/>
                </a:cubicBezTo>
                <a:cubicBezTo>
                  <a:pt x="310230" y="2405826"/>
                  <a:pt x="250314" y="2361890"/>
                  <a:pt x="203752" y="2295188"/>
                </a:cubicBezTo>
                <a:cubicBezTo>
                  <a:pt x="257532" y="2304066"/>
                  <a:pt x="300665" y="2347547"/>
                  <a:pt x="358597" y="2366215"/>
                </a:cubicBezTo>
                <a:cubicBezTo>
                  <a:pt x="312577" y="2292910"/>
                  <a:pt x="253020" y="2255803"/>
                  <a:pt x="198698" y="2211409"/>
                </a:cubicBezTo>
                <a:cubicBezTo>
                  <a:pt x="173974" y="2191149"/>
                  <a:pt x="151055" y="2165197"/>
                  <a:pt x="121097" y="2154269"/>
                </a:cubicBezTo>
                <a:cubicBezTo>
                  <a:pt x="110448" y="2150400"/>
                  <a:pt x="92943" y="2142204"/>
                  <a:pt x="101425" y="2120577"/>
                </a:cubicBezTo>
                <a:cubicBezTo>
                  <a:pt x="108643" y="2102593"/>
                  <a:pt x="122900" y="2108055"/>
                  <a:pt x="135895" y="2113292"/>
                </a:cubicBezTo>
                <a:cubicBezTo>
                  <a:pt x="167116" y="2126269"/>
                  <a:pt x="199421" y="2126495"/>
                  <a:pt x="241652" y="2126269"/>
                </a:cubicBezTo>
                <a:cubicBezTo>
                  <a:pt x="206279" y="2066851"/>
                  <a:pt x="141489" y="2084608"/>
                  <a:pt x="111170" y="2022231"/>
                </a:cubicBezTo>
                <a:cubicBezTo>
                  <a:pt x="149069" y="2011302"/>
                  <a:pt x="178305" y="2033841"/>
                  <a:pt x="208987" y="2038166"/>
                </a:cubicBezTo>
                <a:cubicBezTo>
                  <a:pt x="236777" y="2042036"/>
                  <a:pt x="243636" y="2031565"/>
                  <a:pt x="237139" y="1997188"/>
                </a:cubicBezTo>
                <a:cubicBezTo>
                  <a:pt x="227034" y="1943690"/>
                  <a:pt x="242193" y="1916371"/>
                  <a:pt x="282618" y="1930941"/>
                </a:cubicBezTo>
                <a:cubicBezTo>
                  <a:pt x="320155" y="1944601"/>
                  <a:pt x="324125" y="1924568"/>
                  <a:pt x="314019" y="1894062"/>
                </a:cubicBezTo>
                <a:cubicBezTo>
                  <a:pt x="299582" y="1849671"/>
                  <a:pt x="316004" y="1815295"/>
                  <a:pt x="327194" y="1777960"/>
                </a:cubicBezTo>
                <a:cubicBezTo>
                  <a:pt x="344339" y="1721045"/>
                  <a:pt x="337121" y="1693272"/>
                  <a:pt x="300123" y="1650929"/>
                </a:cubicBezTo>
                <a:cubicBezTo>
                  <a:pt x="279370" y="1627251"/>
                  <a:pt x="256992" y="1607219"/>
                  <a:pt x="226852" y="1586731"/>
                </a:cubicBezTo>
                <a:cubicBezTo>
                  <a:pt x="296334" y="1575576"/>
                  <a:pt x="223423" y="1538013"/>
                  <a:pt x="247968" y="1514564"/>
                </a:cubicBezTo>
                <a:cubicBezTo>
                  <a:pt x="297056" y="1505003"/>
                  <a:pt x="337121" y="1579673"/>
                  <a:pt x="403895" y="1558274"/>
                </a:cubicBezTo>
                <a:cubicBezTo>
                  <a:pt x="321420" y="1493619"/>
                  <a:pt x="230281" y="1472448"/>
                  <a:pt x="170546" y="1386396"/>
                </a:cubicBezTo>
                <a:cubicBezTo>
                  <a:pt x="184261" y="1366817"/>
                  <a:pt x="197977" y="1385030"/>
                  <a:pt x="209707" y="1377746"/>
                </a:cubicBezTo>
                <a:cubicBezTo>
                  <a:pt x="209346" y="1373192"/>
                  <a:pt x="210250" y="1366362"/>
                  <a:pt x="208083" y="1364314"/>
                </a:cubicBezTo>
                <a:cubicBezTo>
                  <a:pt x="163508" y="1317416"/>
                  <a:pt x="162784" y="1316279"/>
                  <a:pt x="210610" y="1281675"/>
                </a:cubicBezTo>
                <a:cubicBezTo>
                  <a:pt x="227394" y="1269609"/>
                  <a:pt x="225950" y="1258909"/>
                  <a:pt x="217108" y="1243657"/>
                </a:cubicBezTo>
                <a:cubicBezTo>
                  <a:pt x="210790" y="1232957"/>
                  <a:pt x="203211" y="1223395"/>
                  <a:pt x="206820" y="1199947"/>
                </a:cubicBezTo>
                <a:cubicBezTo>
                  <a:pt x="232988" y="1229998"/>
                  <a:pt x="359499" y="1220208"/>
                  <a:pt x="381877" y="1217021"/>
                </a:cubicBezTo>
                <a:cubicBezTo>
                  <a:pt x="406963" y="1213607"/>
                  <a:pt x="431688" y="1199037"/>
                  <a:pt x="458035" y="1207003"/>
                </a:cubicBezTo>
                <a:cubicBezTo>
                  <a:pt x="479150" y="1213381"/>
                  <a:pt x="576966" y="1275073"/>
                  <a:pt x="590863" y="1204273"/>
                </a:cubicBezTo>
                <a:cubicBezTo>
                  <a:pt x="591585" y="1200858"/>
                  <a:pt x="631107" y="1208826"/>
                  <a:pt x="652403" y="1212696"/>
                </a:cubicBezTo>
                <a:cubicBezTo>
                  <a:pt x="671172" y="1215883"/>
                  <a:pt x="692288" y="1229998"/>
                  <a:pt x="704920" y="1201769"/>
                </a:cubicBezTo>
                <a:cubicBezTo>
                  <a:pt x="712320" y="1185150"/>
                  <a:pt x="681820" y="1153051"/>
                  <a:pt x="654569" y="1150320"/>
                </a:cubicBezTo>
                <a:cubicBezTo>
                  <a:pt x="630926" y="1147814"/>
                  <a:pt x="606202" y="1144172"/>
                  <a:pt x="583643" y="1151001"/>
                </a:cubicBezTo>
                <a:cubicBezTo>
                  <a:pt x="555852" y="1159198"/>
                  <a:pt x="540873" y="1145995"/>
                  <a:pt x="533111" y="1117538"/>
                </a:cubicBezTo>
                <a:cubicBezTo>
                  <a:pt x="524450" y="1086122"/>
                  <a:pt x="507845" y="1071550"/>
                  <a:pt x="484926" y="1056980"/>
                </a:cubicBezTo>
                <a:cubicBezTo>
                  <a:pt x="429340" y="1021696"/>
                  <a:pt x="375921" y="980946"/>
                  <a:pt x="314922" y="960456"/>
                </a:cubicBezTo>
                <a:cubicBezTo>
                  <a:pt x="302830" y="956358"/>
                  <a:pt x="289476" y="950894"/>
                  <a:pt x="283881" y="923805"/>
                </a:cubicBezTo>
                <a:cubicBezTo>
                  <a:pt x="449013" y="964326"/>
                  <a:pt x="599526" y="1069958"/>
                  <a:pt x="769890" y="1063811"/>
                </a:cubicBezTo>
                <a:cubicBezTo>
                  <a:pt x="723329" y="1030346"/>
                  <a:pt x="669369" y="1028524"/>
                  <a:pt x="619738" y="1005076"/>
                </a:cubicBezTo>
                <a:cubicBezTo>
                  <a:pt x="654930" y="987546"/>
                  <a:pt x="687956" y="1005759"/>
                  <a:pt x="721344" y="1015777"/>
                </a:cubicBezTo>
                <a:cubicBezTo>
                  <a:pt x="749317" y="1023970"/>
                  <a:pt x="774583" y="1025337"/>
                  <a:pt x="777650" y="976393"/>
                </a:cubicBezTo>
                <a:cubicBezTo>
                  <a:pt x="776566" y="973205"/>
                  <a:pt x="776747" y="969107"/>
                  <a:pt x="776929" y="965238"/>
                </a:cubicBezTo>
                <a:cubicBezTo>
                  <a:pt x="767542" y="944976"/>
                  <a:pt x="752926" y="934504"/>
                  <a:pt x="735601" y="928584"/>
                </a:cubicBezTo>
                <a:cubicBezTo>
                  <a:pt x="725133" y="924942"/>
                  <a:pt x="711237" y="919478"/>
                  <a:pt x="711416" y="904909"/>
                </a:cubicBezTo>
                <a:cubicBezTo>
                  <a:pt x="711958" y="850955"/>
                  <a:pt x="678571" y="835246"/>
                  <a:pt x="645185" y="819539"/>
                </a:cubicBezTo>
                <a:cubicBezTo>
                  <a:pt x="663773" y="792676"/>
                  <a:pt x="678391" y="812481"/>
                  <a:pt x="692468" y="810433"/>
                </a:cubicBezTo>
                <a:cubicBezTo>
                  <a:pt x="701672" y="809067"/>
                  <a:pt x="709973" y="806563"/>
                  <a:pt x="709973" y="792676"/>
                </a:cubicBezTo>
                <a:cubicBezTo>
                  <a:pt x="710154" y="781065"/>
                  <a:pt x="705822" y="767861"/>
                  <a:pt x="696799" y="767635"/>
                </a:cubicBezTo>
                <a:cubicBezTo>
                  <a:pt x="640312" y="765585"/>
                  <a:pt x="609090" y="690914"/>
                  <a:pt x="550437" y="690687"/>
                </a:cubicBezTo>
                <a:cubicBezTo>
                  <a:pt x="515425" y="690687"/>
                  <a:pt x="568666" y="648572"/>
                  <a:pt x="539068" y="631042"/>
                </a:cubicBezTo>
                <a:cubicBezTo>
                  <a:pt x="532570" y="627171"/>
                  <a:pt x="556032" y="621254"/>
                  <a:pt x="566500" y="622164"/>
                </a:cubicBezTo>
                <a:cubicBezTo>
                  <a:pt x="576786" y="623074"/>
                  <a:pt x="585990" y="634229"/>
                  <a:pt x="598443" y="626261"/>
                </a:cubicBezTo>
                <a:cubicBezTo>
                  <a:pt x="605300" y="597806"/>
                  <a:pt x="587615" y="587332"/>
                  <a:pt x="572996" y="579365"/>
                </a:cubicBezTo>
                <a:cubicBezTo>
                  <a:pt x="539247" y="560925"/>
                  <a:pt x="506402" y="538615"/>
                  <a:pt x="469405" y="532013"/>
                </a:cubicBezTo>
                <a:cubicBezTo>
                  <a:pt x="456232" y="529737"/>
                  <a:pt x="488355" y="499231"/>
                  <a:pt x="494671" y="488532"/>
                </a:cubicBezTo>
                <a:cubicBezTo>
                  <a:pt x="345782" y="376071"/>
                  <a:pt x="166756" y="381762"/>
                  <a:pt x="0" y="290928"/>
                </a:cubicBezTo>
                <a:cubicBezTo>
                  <a:pt x="36817" y="273173"/>
                  <a:pt x="63887" y="286148"/>
                  <a:pt x="88973" y="288880"/>
                </a:cubicBezTo>
                <a:cubicBezTo>
                  <a:pt x="151595" y="295708"/>
                  <a:pt x="213498" y="309822"/>
                  <a:pt x="275940" y="318246"/>
                </a:cubicBezTo>
                <a:cubicBezTo>
                  <a:pt x="306620" y="322344"/>
                  <a:pt x="335134" y="337824"/>
                  <a:pt x="369424" y="313239"/>
                </a:cubicBezTo>
                <a:cubicBezTo>
                  <a:pt x="392343" y="296847"/>
                  <a:pt x="428980" y="314604"/>
                  <a:pt x="457133" y="329174"/>
                </a:cubicBezTo>
                <a:cubicBezTo>
                  <a:pt x="480414" y="341238"/>
                  <a:pt x="502612" y="344425"/>
                  <a:pt x="533474" y="329174"/>
                </a:cubicBezTo>
                <a:cubicBezTo>
                  <a:pt x="505501" y="319841"/>
                  <a:pt x="484023" y="311645"/>
                  <a:pt x="462006" y="305953"/>
                </a:cubicBezTo>
                <a:cubicBezTo>
                  <a:pt x="444501" y="301400"/>
                  <a:pt x="486189" y="282960"/>
                  <a:pt x="507484" y="285237"/>
                </a:cubicBezTo>
                <a:cubicBezTo>
                  <a:pt x="537263" y="288423"/>
                  <a:pt x="520479" y="276586"/>
                  <a:pt x="515425" y="260195"/>
                </a:cubicBezTo>
                <a:cubicBezTo>
                  <a:pt x="510012" y="242665"/>
                  <a:pt x="526074" y="237203"/>
                  <a:pt x="536180" y="240844"/>
                </a:cubicBezTo>
                <a:cubicBezTo>
                  <a:pt x="574980" y="255187"/>
                  <a:pt x="613602" y="229917"/>
                  <a:pt x="653668" y="250407"/>
                </a:cubicBezTo>
                <a:cubicBezTo>
                  <a:pt x="643561" y="199867"/>
                  <a:pt x="621723" y="177784"/>
                  <a:pt x="576064" y="170726"/>
                </a:cubicBezTo>
                <a:cubicBezTo>
                  <a:pt x="558919" y="167996"/>
                  <a:pt x="541053" y="172093"/>
                  <a:pt x="526254" y="157522"/>
                </a:cubicBezTo>
                <a:cubicBezTo>
                  <a:pt x="517771" y="149101"/>
                  <a:pt x="508207" y="139084"/>
                  <a:pt x="514884" y="123603"/>
                </a:cubicBezTo>
                <a:cubicBezTo>
                  <a:pt x="519577" y="112674"/>
                  <a:pt x="529684" y="112674"/>
                  <a:pt x="537985" y="116318"/>
                </a:cubicBezTo>
                <a:cubicBezTo>
                  <a:pt x="575162" y="132483"/>
                  <a:pt x="613963" y="138400"/>
                  <a:pt x="652764" y="144320"/>
                </a:cubicBezTo>
                <a:cubicBezTo>
                  <a:pt x="658720" y="145230"/>
                  <a:pt x="665397" y="148191"/>
                  <a:pt x="672075" y="133164"/>
                </a:cubicBezTo>
                <a:cubicBezTo>
                  <a:pt x="599526" y="108805"/>
                  <a:pt x="530585" y="74202"/>
                  <a:pt x="456051" y="60770"/>
                </a:cubicBezTo>
                <a:cubicBezTo>
                  <a:pt x="457133" y="54397"/>
                  <a:pt x="458215" y="48022"/>
                  <a:pt x="459299" y="41649"/>
                </a:cubicBezTo>
                <a:cubicBezTo>
                  <a:pt x="517591" y="50753"/>
                  <a:pt x="575884" y="59859"/>
                  <a:pt x="649515" y="71243"/>
                </a:cubicBezTo>
                <a:cubicBezTo>
                  <a:pt x="604218" y="35045"/>
                  <a:pt x="561446" y="47111"/>
                  <a:pt x="527879" y="15013"/>
                </a:cubicBezTo>
                <a:cubicBezTo>
                  <a:pt x="534195" y="2833"/>
                  <a:pt x="541820" y="-241"/>
                  <a:pt x="549716" y="15"/>
                </a:cubicBezTo>
                <a:close/>
              </a:path>
            </a:pathLst>
          </a:custGeom>
          <a:noFill/>
          <a:ln w="9525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31AB9FE4-82A8-21B0-EC24-F2A7357C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0" r="3" b="14548"/>
          <a:stretch>
            <a:fillRect/>
          </a:stretch>
        </p:blipFill>
        <p:spPr>
          <a:xfrm>
            <a:off x="7634275" y="-13256"/>
            <a:ext cx="4579876" cy="3536502"/>
          </a:xfrm>
          <a:custGeom>
            <a:avLst/>
            <a:gdLst/>
            <a:ahLst/>
            <a:cxnLst/>
            <a:rect l="l" t="t" r="r" b="b"/>
            <a:pathLst>
              <a:path w="4579876" h="3536502">
                <a:moveTo>
                  <a:pt x="457312" y="0"/>
                </a:moveTo>
                <a:lnTo>
                  <a:pt x="4579876" y="0"/>
                </a:lnTo>
                <a:lnTo>
                  <a:pt x="4579876" y="3057029"/>
                </a:lnTo>
                <a:lnTo>
                  <a:pt x="4508441" y="3086568"/>
                </a:lnTo>
                <a:cubicBezTo>
                  <a:pt x="4391572" y="3126663"/>
                  <a:pt x="4301124" y="3221848"/>
                  <a:pt x="4183947" y="3271738"/>
                </a:cubicBezTo>
                <a:cubicBezTo>
                  <a:pt x="4099090" y="3307854"/>
                  <a:pt x="4017967" y="3354374"/>
                  <a:pt x="3930625" y="3387123"/>
                </a:cubicBezTo>
                <a:cubicBezTo>
                  <a:pt x="3723932" y="3464557"/>
                  <a:pt x="3513195" y="3526689"/>
                  <a:pt x="3290337" y="3535564"/>
                </a:cubicBezTo>
                <a:cubicBezTo>
                  <a:pt x="3106332" y="3542605"/>
                  <a:pt x="1510274" y="3535872"/>
                  <a:pt x="861903" y="2528615"/>
                </a:cubicBezTo>
                <a:cubicBezTo>
                  <a:pt x="849470" y="2523717"/>
                  <a:pt x="835485" y="2510862"/>
                  <a:pt x="831133" y="2498619"/>
                </a:cubicBezTo>
                <a:cubicBezTo>
                  <a:pt x="810307" y="2441385"/>
                  <a:pt x="759333" y="2416594"/>
                  <a:pt x="713333" y="2385682"/>
                </a:cubicBezTo>
                <a:cubicBezTo>
                  <a:pt x="672925" y="2358442"/>
                  <a:pt x="630030" y="2329978"/>
                  <a:pt x="613246" y="2284067"/>
                </a:cubicBezTo>
                <a:cubicBezTo>
                  <a:pt x="591179" y="2222855"/>
                  <a:pt x="653963" y="2273050"/>
                  <a:pt x="665465" y="2249789"/>
                </a:cubicBezTo>
                <a:cubicBezTo>
                  <a:pt x="641532" y="2217960"/>
                  <a:pt x="604543" y="2188882"/>
                  <a:pt x="594908" y="2152767"/>
                </a:cubicBezTo>
                <a:cubicBezTo>
                  <a:pt x="559787" y="2022383"/>
                  <a:pt x="483946" y="1927503"/>
                  <a:pt x="370497" y="1853742"/>
                </a:cubicBezTo>
                <a:cubicBezTo>
                  <a:pt x="337861" y="1832624"/>
                  <a:pt x="316415" y="1794059"/>
                  <a:pt x="271969" y="1787940"/>
                </a:cubicBezTo>
                <a:cubicBezTo>
                  <a:pt x="173127" y="1774472"/>
                  <a:pt x="204209" y="1669186"/>
                  <a:pt x="151990" y="1622358"/>
                </a:cubicBezTo>
                <a:cubicBezTo>
                  <a:pt x="142044" y="1613481"/>
                  <a:pt x="133031" y="1596037"/>
                  <a:pt x="134895" y="1584102"/>
                </a:cubicBezTo>
                <a:cubicBezTo>
                  <a:pt x="137691" y="1566959"/>
                  <a:pt x="149504" y="1550739"/>
                  <a:pt x="159450" y="1535435"/>
                </a:cubicBezTo>
                <a:cubicBezTo>
                  <a:pt x="169708" y="1520133"/>
                  <a:pt x="185247" y="1506664"/>
                  <a:pt x="177788" y="1486465"/>
                </a:cubicBezTo>
                <a:cubicBezTo>
                  <a:pt x="174683" y="1478202"/>
                  <a:pt x="176855" y="1449432"/>
                  <a:pt x="153856" y="1472079"/>
                </a:cubicBezTo>
                <a:cubicBezTo>
                  <a:pt x="90760" y="1534212"/>
                  <a:pt x="54082" y="1475449"/>
                  <a:pt x="0" y="1447289"/>
                </a:cubicBezTo>
                <a:cubicBezTo>
                  <a:pt x="43515" y="1418212"/>
                  <a:pt x="82677" y="1397707"/>
                  <a:pt x="89205" y="1354247"/>
                </a:cubicBezTo>
                <a:cubicBezTo>
                  <a:pt x="102570" y="1264569"/>
                  <a:pt x="159758" y="1223557"/>
                  <a:pt x="246479" y="1215599"/>
                </a:cubicBezTo>
                <a:cubicBezTo>
                  <a:pt x="214465" y="1128983"/>
                  <a:pt x="214465" y="1128983"/>
                  <a:pt x="317968" y="1117045"/>
                </a:cubicBezTo>
                <a:cubicBezTo>
                  <a:pt x="278183" y="1061955"/>
                  <a:pt x="278183" y="1047876"/>
                  <a:pt x="326362" y="1028900"/>
                </a:cubicBezTo>
                <a:cubicBezTo>
                  <a:pt x="372673" y="1010841"/>
                  <a:pt x="423957" y="1004720"/>
                  <a:pt x="466852" y="976870"/>
                </a:cubicBezTo>
                <a:cubicBezTo>
                  <a:pt x="427377" y="906475"/>
                  <a:pt x="416188" y="824756"/>
                  <a:pt x="334754" y="790475"/>
                </a:cubicBezTo>
                <a:cubicBezTo>
                  <a:pt x="322010" y="785272"/>
                  <a:pt x="313307" y="764154"/>
                  <a:pt x="321386" y="751912"/>
                </a:cubicBezTo>
                <a:cubicBezTo>
                  <a:pt x="350915" y="707534"/>
                  <a:pt x="308644" y="623365"/>
                  <a:pt x="400645" y="613877"/>
                </a:cubicBezTo>
                <a:cubicBezTo>
                  <a:pt x="412147" y="612959"/>
                  <a:pt x="422716" y="603776"/>
                  <a:pt x="413701" y="591839"/>
                </a:cubicBezTo>
                <a:cubicBezTo>
                  <a:pt x="382618" y="550216"/>
                  <a:pt x="420228" y="552969"/>
                  <a:pt x="442917" y="547767"/>
                </a:cubicBezTo>
                <a:cubicBezTo>
                  <a:pt x="470271" y="541341"/>
                  <a:pt x="501353" y="559703"/>
                  <a:pt x="526840" y="537055"/>
                </a:cubicBezTo>
                <a:cubicBezTo>
                  <a:pt x="520932" y="513181"/>
                  <a:pt x="498866" y="513487"/>
                  <a:pt x="483325" y="505836"/>
                </a:cubicBezTo>
                <a:cubicBezTo>
                  <a:pt x="437946" y="483799"/>
                  <a:pt x="400956" y="457479"/>
                  <a:pt x="398780" y="400243"/>
                </a:cubicBezTo>
                <a:cubicBezTo>
                  <a:pt x="397229" y="354028"/>
                  <a:pt x="392255" y="313323"/>
                  <a:pt x="455041" y="299242"/>
                </a:cubicBezTo>
                <a:cubicBezTo>
                  <a:pt x="481149" y="293426"/>
                  <a:pt x="473687" y="260067"/>
                  <a:pt x="458769" y="243538"/>
                </a:cubicBezTo>
                <a:cubicBezTo>
                  <a:pt x="432038" y="214157"/>
                  <a:pt x="409972" y="174981"/>
                  <a:pt x="363969" y="172227"/>
                </a:cubicBezTo>
                <a:cubicBezTo>
                  <a:pt x="335995" y="170391"/>
                  <a:pt x="314549" y="158146"/>
                  <a:pt x="292481" y="144069"/>
                </a:cubicBezTo>
                <a:cubicBezTo>
                  <a:pt x="276630" y="133966"/>
                  <a:pt x="257670" y="125398"/>
                  <a:pt x="259534" y="103668"/>
                </a:cubicBezTo>
                <a:cubicBezTo>
                  <a:pt x="261399" y="82855"/>
                  <a:pt x="279736" y="74286"/>
                  <a:pt x="298387" y="70001"/>
                </a:cubicBezTo>
                <a:cubicBezTo>
                  <a:pt x="345011" y="59672"/>
                  <a:pt x="389535" y="45726"/>
                  <a:pt x="430782" y="19902"/>
                </a:cubicBezTo>
                <a:close/>
              </a:path>
            </a:pathLst>
          </a:custGeom>
          <a:ln w="9525">
            <a:solidFill>
              <a:schemeClr val="bg1"/>
            </a:solidFill>
          </a:ln>
        </p:spPr>
      </p:pic>
      <p:pic>
        <p:nvPicPr>
          <p:cNvPr id="9" name="Content Placeholder 4" descr="A grey room full of question marks with an opening going out">
            <a:extLst>
              <a:ext uri="{FF2B5EF4-FFF2-40B4-BE49-F238E27FC236}">
                <a16:creationId xmlns:a16="http://schemas.microsoft.com/office/drawing/2014/main" id="{FD3BF3CB-440B-99A2-1B75-D81D1DB2C1B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0"/>
          </a:blip>
          <a:srcRect l="23298" r="24283" b="47621"/>
          <a:stretch>
            <a:fillRect/>
          </a:stretch>
        </p:blipFill>
        <p:spPr>
          <a:xfrm rot="4101647">
            <a:off x="4356783" y="-586639"/>
            <a:ext cx="5924185" cy="395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179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1A75659-5A6F-4F77-9679-678A00B9D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grey room full of question marks with an opening going out">
            <a:extLst>
              <a:ext uri="{FF2B5EF4-FFF2-40B4-BE49-F238E27FC236}">
                <a16:creationId xmlns:a16="http://schemas.microsoft.com/office/drawing/2014/main" id="{8309FA84-48D4-456E-B05F-197C619524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23298" b="9091"/>
          <a:stretch>
            <a:fillRect/>
          </a:stretch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30A3A45-140E-431E-AED0-07EF83631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35399" y="0"/>
            <a:ext cx="9756601" cy="6858000"/>
          </a:xfrm>
          <a:prstGeom prst="rect">
            <a:avLst/>
          </a:prstGeom>
          <a:gradFill>
            <a:gsLst>
              <a:gs pos="53000">
                <a:schemeClr val="tx1"/>
              </a:gs>
              <a:gs pos="35000">
                <a:schemeClr val="tx1">
                  <a:alpha val="76000"/>
                </a:schemeClr>
              </a:gs>
              <a:gs pos="19000">
                <a:schemeClr val="tx1">
                  <a:alpha val="4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BD6D8C-62D2-D453-FF60-7290E8174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630" y="843534"/>
            <a:ext cx="3438144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Thank You!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87333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3018" y="2443480"/>
            <a:ext cx="3218688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4C9F5E-C69A-84AB-6287-49F247D06281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395868" y="2587834"/>
            <a:ext cx="3438906" cy="3207258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endParaRPr lang="en-GB" sz="1050" b="1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0" indent="0">
              <a:spcBef>
                <a:spcPts val="2500"/>
              </a:spcBef>
              <a:buNone/>
            </a:pPr>
            <a:r>
              <a:rPr lang="en-GB" sz="1600" b="1" dirty="0">
                <a:solidFill>
                  <a:schemeClr val="bg1"/>
                </a:solidFill>
                <a:latin typeface="Montserrat" panose="00000500000000000000" pitchFamily="2" charset="0"/>
              </a:rPr>
              <a:t>Group 7: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GB" sz="1050" b="1" dirty="0">
                <a:solidFill>
                  <a:schemeClr val="bg1"/>
                </a:solidFill>
                <a:latin typeface="Montserrat" panose="00000500000000000000" pitchFamily="2" charset="0"/>
              </a:rPr>
              <a:t>Charl Pieter Pretorius: u22519042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GB" sz="1050" b="1" dirty="0">
                <a:solidFill>
                  <a:schemeClr val="bg1"/>
                </a:solidFill>
                <a:latin typeface="Montserrat" panose="00000500000000000000" pitchFamily="2" charset="0"/>
              </a:rPr>
              <a:t>James Fitzsimons: u21516741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GB" sz="1050" b="1" dirty="0">
                <a:solidFill>
                  <a:schemeClr val="bg1"/>
                </a:solidFill>
                <a:latin typeface="Montserrat" panose="00000500000000000000" pitchFamily="2" charset="0"/>
              </a:rPr>
              <a:t>Ivan Horak: u21456552</a:t>
            </a:r>
            <a:endParaRPr lang="en-GB" sz="9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7AB6CA4-1945-812E-09B2-B1371B148905}"/>
              </a:ext>
            </a:extLst>
          </p:cNvPr>
          <p:cNvSpPr txBox="1">
            <a:spLocks/>
          </p:cNvSpPr>
          <p:nvPr/>
        </p:nvSpPr>
        <p:spPr>
          <a:xfrm>
            <a:off x="8396630" y="5004054"/>
            <a:ext cx="3438144" cy="7910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2500"/>
              </a:spcBef>
            </a:pPr>
            <a:r>
              <a:rPr lang="en-US" sz="2800" b="1" dirty="0">
                <a:solidFill>
                  <a:schemeClr val="bg1"/>
                </a:solidFill>
                <a:latin typeface="Montserrat" panose="00000500000000000000" pitchFamily="2" charset="0"/>
              </a:rPr>
              <a:t>On to the Demo!</a:t>
            </a:r>
          </a:p>
        </p:txBody>
      </p:sp>
    </p:spTree>
    <p:extLst>
      <p:ext uri="{BB962C8B-B14F-4D97-AF65-F5344CB8AC3E}">
        <p14:creationId xmlns:p14="http://schemas.microsoft.com/office/powerpoint/2010/main" val="1095084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26" name="Rectangle 8225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27" name="Rectangle 8226">
            <a:extLst>
              <a:ext uri="{FF2B5EF4-FFF2-40B4-BE49-F238E27FC236}">
                <a16:creationId xmlns:a16="http://schemas.microsoft.com/office/drawing/2014/main" id="{2F36CA75-CFBF-4844-B719-8FE9EBADA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28" name="Rectangle 8227">
            <a:extLst>
              <a:ext uri="{FF2B5EF4-FFF2-40B4-BE49-F238E27FC236}">
                <a16:creationId xmlns:a16="http://schemas.microsoft.com/office/drawing/2014/main" id="{3D4A84B9-E564-4DD0-97F8-DBF1C460C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229" name="Picture 8228">
            <a:extLst>
              <a:ext uri="{FF2B5EF4-FFF2-40B4-BE49-F238E27FC236}">
                <a16:creationId xmlns:a16="http://schemas.microsoft.com/office/drawing/2014/main" id="{4A599609-F5C2-4A0B-A992-913F814A6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8230" name="Rectangle 8229">
            <a:extLst>
              <a:ext uri="{FF2B5EF4-FFF2-40B4-BE49-F238E27FC236}">
                <a16:creationId xmlns:a16="http://schemas.microsoft.com/office/drawing/2014/main" id="{102382E0-0A09-46AE-B955-B911CAFE7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31" name="Rectangle 8230">
            <a:extLst>
              <a:ext uri="{FF2B5EF4-FFF2-40B4-BE49-F238E27FC236}">
                <a16:creationId xmlns:a16="http://schemas.microsoft.com/office/drawing/2014/main" id="{7DE75D4A-0965-4973-BE75-DECCAC9A9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Picture 2" descr="Grey circuit connection on black background. 28863373 Vector Art at Vecteezy">
            <a:extLst>
              <a:ext uri="{FF2B5EF4-FFF2-40B4-BE49-F238E27FC236}">
                <a16:creationId xmlns:a16="http://schemas.microsoft.com/office/drawing/2014/main" id="{9B9BA742-9572-5FF2-60AF-507FC4DCEB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15" r="20124" b="1"/>
          <a:stretch>
            <a:fillRect/>
          </a:stretch>
        </p:blipFill>
        <p:spPr bwMode="auto">
          <a:xfrm rot="16200000" flipH="1">
            <a:off x="5714408" y="380996"/>
            <a:ext cx="6858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Grey circuit connection on black background. 28863373 Vector Art at Vecteezy">
            <a:extLst>
              <a:ext uri="{FF2B5EF4-FFF2-40B4-BE49-F238E27FC236}">
                <a16:creationId xmlns:a16="http://schemas.microsoft.com/office/drawing/2014/main" id="{A6421991-5B63-5E6D-6858-D563324C02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15" r="20124" b="1"/>
          <a:stretch>
            <a:fillRect/>
          </a:stretch>
        </p:blipFill>
        <p:spPr bwMode="auto">
          <a:xfrm rot="5400000">
            <a:off x="-382525" y="380998"/>
            <a:ext cx="6858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8C4CC6-5D2D-D47B-411C-0EA9EAD4A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963" y="600764"/>
            <a:ext cx="9801854" cy="8888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1" kern="1200" dirty="0">
                <a:solidFill>
                  <a:srgbClr val="FFFFFF"/>
                </a:solidFill>
                <a:latin typeface="Montserrat" panose="00000500000000000000" pitchFamily="2" charset="0"/>
              </a:rPr>
              <a:t>Corpus Generation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18650B-5D8D-7B50-4121-FF9F5F258506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1194014" y="2010641"/>
            <a:ext cx="9801854" cy="3988501"/>
          </a:xfrm>
        </p:spPr>
        <p:txBody>
          <a:bodyPr>
            <a:normAutofit lnSpcReduction="10000"/>
          </a:bodyPr>
          <a:lstStyle/>
          <a:p>
            <a:pPr marL="0" indent="0" algn="ctr">
              <a:spcBef>
                <a:spcPts val="2500"/>
              </a:spcBef>
              <a:buNone/>
            </a:pPr>
            <a:r>
              <a:rPr lang="en-ZA" sz="1400" b="1" dirty="0">
                <a:solidFill>
                  <a:srgbClr val="FFFFFF"/>
                </a:solidFill>
                <a:latin typeface="Montserrat" panose="00000500000000000000" pitchFamily="2" charset="0"/>
              </a:rPr>
              <a:t>Dataset:</a:t>
            </a:r>
          </a:p>
          <a:p>
            <a:pPr marL="0" lvl="1" indent="0" algn="ctr">
              <a:buNone/>
            </a:pPr>
            <a:r>
              <a:rPr lang="en-GB" sz="1400" dirty="0">
                <a:solidFill>
                  <a:srgbClr val="FFFFFF"/>
                </a:solidFill>
                <a:latin typeface="Montserrat" panose="00000500000000000000" pitchFamily="2" charset="0"/>
              </a:rPr>
              <a:t>A synthetic Setswana feedback dataset in JSON format was created using the ChatGPT-4.1 API. Unlike prior work that only used LLMs for labelling, we used ChatGPT-4.1 ( the latest iteration ) to both generate and label feedback, controlling the distribution of quality labels. This approach enables comprehensive coverage of feedback types for robust model training.</a:t>
            </a:r>
          </a:p>
          <a:p>
            <a:pPr marL="0" lvl="1" indent="0" algn="ctr">
              <a:buNone/>
            </a:pPr>
            <a:endParaRPr lang="en-GB" sz="1400" dirty="0">
              <a:solidFill>
                <a:srgbClr val="FFFFFF"/>
              </a:solidFill>
              <a:latin typeface="Montserrat" panose="00000500000000000000" pitchFamily="2" charset="0"/>
            </a:endParaRPr>
          </a:p>
          <a:p>
            <a:pPr marL="0" lvl="1" indent="0" algn="ctr">
              <a:buNone/>
            </a:pPr>
            <a:r>
              <a:rPr lang="en-ZA" sz="1400" b="1" dirty="0">
                <a:solidFill>
                  <a:srgbClr val="FFFFFF"/>
                </a:solidFill>
                <a:latin typeface="Montserrat" panose="00000500000000000000" pitchFamily="2" charset="0"/>
              </a:rPr>
              <a:t>Generation Categories:</a:t>
            </a:r>
          </a:p>
          <a:p>
            <a:pPr marL="0" lvl="3" indent="0" algn="ctr">
              <a:buNone/>
            </a:pPr>
            <a:r>
              <a:rPr lang="en-ZA" sz="1400" b="1" dirty="0">
                <a:solidFill>
                  <a:srgbClr val="FFFFFF"/>
                </a:solidFill>
                <a:latin typeface="Montserrat" panose="00000500000000000000" pitchFamily="2" charset="0"/>
              </a:rPr>
              <a:t>Label-Focused Variation: </a:t>
            </a:r>
            <a:r>
              <a:rPr lang="en-GB" sz="1400" dirty="0">
                <a:solidFill>
                  <a:srgbClr val="FFFFFF"/>
                </a:solidFill>
                <a:latin typeface="Montserrat" panose="00000500000000000000" pitchFamily="2" charset="0"/>
              </a:rPr>
              <a:t>For each of the six quality labels, ChatGPT-4.1 was prompted to generate feedback that spanned low (0–0.3), medium (0.3–0.6), and high (0.6–1) values, ensuring full coverage.</a:t>
            </a:r>
            <a:endParaRPr lang="en-ZA" sz="1400" b="1" dirty="0">
              <a:solidFill>
                <a:srgbClr val="FFFFFF"/>
              </a:solidFill>
              <a:latin typeface="Montserrat" panose="00000500000000000000" pitchFamily="2" charset="0"/>
            </a:endParaRPr>
          </a:p>
          <a:p>
            <a:pPr marL="0" lvl="3" indent="0" algn="ctr">
              <a:buNone/>
            </a:pPr>
            <a:r>
              <a:rPr lang="en-ZA" sz="1400" b="1" dirty="0">
                <a:solidFill>
                  <a:srgbClr val="FFFFFF"/>
                </a:solidFill>
                <a:latin typeface="Montserrat" panose="00000500000000000000" pitchFamily="2" charset="0"/>
              </a:rPr>
              <a:t>Temperature Variation: </a:t>
            </a:r>
            <a:r>
              <a:rPr lang="en-GB" sz="1400" dirty="0">
                <a:solidFill>
                  <a:srgbClr val="FFFFFF"/>
                </a:solidFill>
                <a:latin typeface="Montserrat" panose="00000500000000000000" pitchFamily="2" charset="0"/>
              </a:rPr>
              <a:t>Mixed-label feedback was generated at multiple temperature settings (0.0, 0.3, 0.4, 0.5, 0.6, 0.7, 1.0), increasing diversity and robustness.</a:t>
            </a:r>
            <a:endParaRPr lang="en-ZA" sz="1400" dirty="0">
              <a:solidFill>
                <a:srgbClr val="FFFFFF"/>
              </a:solidFill>
              <a:latin typeface="Montserrat" panose="00000500000000000000" pitchFamily="2" charset="0"/>
            </a:endParaRPr>
          </a:p>
          <a:p>
            <a:pPr marL="0" lvl="3" indent="0" algn="ctr">
              <a:buNone/>
            </a:pPr>
            <a:r>
              <a:rPr lang="en-ZA" sz="1400" b="1" dirty="0">
                <a:solidFill>
                  <a:srgbClr val="FFFFFF"/>
                </a:solidFill>
                <a:latin typeface="Montserrat" panose="00000500000000000000" pitchFamily="2" charset="0"/>
              </a:rPr>
              <a:t>Combined: </a:t>
            </a:r>
            <a:r>
              <a:rPr lang="en-GB" sz="1400" dirty="0">
                <a:solidFill>
                  <a:srgbClr val="FFFFFF"/>
                </a:solidFill>
                <a:latin typeface="Montserrat" panose="00000500000000000000" pitchFamily="2" charset="0"/>
              </a:rPr>
              <a:t>Combined all previous JSONs to maximize label diversity.</a:t>
            </a:r>
          </a:p>
          <a:p>
            <a:pPr marL="0" lvl="3" indent="0" algn="ctr">
              <a:buNone/>
            </a:pPr>
            <a:endParaRPr lang="en-GB" sz="1400" dirty="0">
              <a:solidFill>
                <a:srgbClr val="FFFFFF"/>
              </a:solidFill>
              <a:latin typeface="Montserrat" panose="00000500000000000000" pitchFamily="2" charset="0"/>
            </a:endParaRPr>
          </a:p>
          <a:p>
            <a:pPr marL="0" lvl="1" indent="0" algn="ctr">
              <a:buNone/>
            </a:pPr>
            <a:r>
              <a:rPr lang="en-ZA" sz="1400" b="1" dirty="0">
                <a:solidFill>
                  <a:srgbClr val="FFFFFF"/>
                </a:solidFill>
                <a:latin typeface="Montserrat" panose="00000500000000000000" pitchFamily="2" charset="0"/>
              </a:rPr>
              <a:t>Details:</a:t>
            </a:r>
          </a:p>
          <a:p>
            <a:pPr marL="0" lvl="3" indent="0" algn="ctr">
              <a:buNone/>
            </a:pPr>
            <a:r>
              <a:rPr lang="en-ZA" sz="1400" b="1" dirty="0">
                <a:solidFill>
                  <a:srgbClr val="FFFFFF"/>
                </a:solidFill>
                <a:latin typeface="Montserrat" panose="00000500000000000000" pitchFamily="2" charset="0"/>
              </a:rPr>
              <a:t>Entries: </a:t>
            </a:r>
            <a:r>
              <a:rPr lang="en-ZA" sz="1400" dirty="0">
                <a:solidFill>
                  <a:srgbClr val="FFFFFF"/>
                </a:solidFill>
                <a:latin typeface="Montserrat" panose="00000500000000000000" pitchFamily="2" charset="0"/>
              </a:rPr>
              <a:t>Each JSON entry consists of feedback in Setswana, its English translate and the label array for the Setswana feedback.</a:t>
            </a:r>
          </a:p>
          <a:p>
            <a:pPr marL="0" lvl="3" indent="0" algn="ctr">
              <a:buNone/>
            </a:pPr>
            <a:r>
              <a:rPr lang="en-ZA" sz="1400" b="1" dirty="0">
                <a:solidFill>
                  <a:srgbClr val="FFFFFF"/>
                </a:solidFill>
                <a:latin typeface="Montserrat" panose="00000500000000000000" pitchFamily="2" charset="0"/>
              </a:rPr>
              <a:t>Number of Entries: </a:t>
            </a:r>
            <a:r>
              <a:rPr lang="en-ZA" sz="1400" dirty="0">
                <a:solidFill>
                  <a:srgbClr val="FFFFFF"/>
                </a:solidFill>
                <a:latin typeface="Montserrat" panose="00000500000000000000" pitchFamily="2" charset="0"/>
              </a:rPr>
              <a:t>26 JSON files where each has 120 to 150 entries.</a:t>
            </a:r>
            <a:endParaRPr lang="en-ZA" sz="1400" b="1" dirty="0">
              <a:solidFill>
                <a:srgbClr val="FFFFFF"/>
              </a:solidFill>
              <a:latin typeface="Montserrat" panose="00000500000000000000" pitchFamily="2" charset="0"/>
            </a:endParaRPr>
          </a:p>
          <a:p>
            <a:pPr marL="0" lvl="3" indent="0" algn="ctr">
              <a:buNone/>
            </a:pPr>
            <a:r>
              <a:rPr lang="en-ZA" sz="1400" b="1" dirty="0">
                <a:solidFill>
                  <a:srgbClr val="FFFFFF"/>
                </a:solidFill>
                <a:latin typeface="Montserrat" panose="00000500000000000000" pitchFamily="2" charset="0"/>
              </a:rPr>
              <a:t>Cost: </a:t>
            </a:r>
            <a:r>
              <a:rPr lang="en-GB" sz="1400" dirty="0">
                <a:solidFill>
                  <a:srgbClr val="FFFFFF"/>
                </a:solidFill>
                <a:latin typeface="Montserrat" panose="00000500000000000000" pitchFamily="2" charset="0"/>
              </a:rPr>
              <a:t>The final dataset cost was about R2.10 per JSON with a final cost of R50.</a:t>
            </a:r>
            <a:endParaRPr lang="en-ZA" sz="1400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634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A684D3-9FF8-A42E-AA43-5E547F03C355}"/>
              </a:ext>
            </a:extLst>
          </p:cNvPr>
          <p:cNvSpPr txBox="1"/>
          <p:nvPr/>
        </p:nvSpPr>
        <p:spPr>
          <a:xfrm>
            <a:off x="5956784" y="396117"/>
            <a:ext cx="5217172" cy="11588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chemeClr val="bg1"/>
                </a:solidFill>
                <a:latin typeface="Montserrat" panose="00000500000000000000" pitchFamily="2" charset="0"/>
                <a:ea typeface="+mj-ea"/>
                <a:cs typeface="+mj-cs"/>
              </a:rPr>
              <a:t>Methodology:</a:t>
            </a:r>
          </a:p>
        </p:txBody>
      </p:sp>
      <p:pic>
        <p:nvPicPr>
          <p:cNvPr id="3" name="Content Placeholder 4" descr="Molecule">
            <a:extLst>
              <a:ext uri="{FF2B5EF4-FFF2-40B4-BE49-F238E27FC236}">
                <a16:creationId xmlns:a16="http://schemas.microsoft.com/office/drawing/2014/main" id="{65555EF2-B852-BEDA-6D1D-AE4D5FE3FF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43" r="12584"/>
          <a:stretch>
            <a:fillRect/>
          </a:stretch>
        </p:blipFill>
        <p:spPr>
          <a:xfrm>
            <a:off x="1526293" y="622338"/>
            <a:ext cx="2925741" cy="2647811"/>
          </a:xfrm>
          <a:prstGeom prst="rect">
            <a:avLst/>
          </a:prstGeom>
        </p:spPr>
      </p:pic>
      <p:grpSp>
        <p:nvGrpSpPr>
          <p:cNvPr id="13" name="Graphic 190">
            <a:extLst>
              <a:ext uri="{FF2B5EF4-FFF2-40B4-BE49-F238E27FC236}">
                <a16:creationId xmlns:a16="http://schemas.microsoft.com/office/drawing/2014/main" id="{A0AD230C-F2F1-4A9E-8B97-584473C0E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994" y="1420258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30434D9-2CD2-4FFE-AE02-D67B3FE059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4436E61-5829-49BD-A36C-155A102AD0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7" name="Graphic 212">
            <a:extLst>
              <a:ext uri="{FF2B5EF4-FFF2-40B4-BE49-F238E27FC236}">
                <a16:creationId xmlns:a16="http://schemas.microsoft.com/office/drawing/2014/main" id="{FEED861F-CCB5-4C5C-B30B-A67DD2975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1813" y="806650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9" name="Graphic 212">
            <a:extLst>
              <a:ext uri="{FF2B5EF4-FFF2-40B4-BE49-F238E27FC236}">
                <a16:creationId xmlns:a16="http://schemas.microsoft.com/office/drawing/2014/main" id="{F77C4D01-899C-430C-B96D-4E85CD4B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1813" y="806650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1140F0-94D6-6202-B991-1344CF46F22E}"/>
              </a:ext>
            </a:extLst>
          </p:cNvPr>
          <p:cNvSpPr txBox="1"/>
          <p:nvPr/>
        </p:nvSpPr>
        <p:spPr>
          <a:xfrm>
            <a:off x="5956783" y="1747592"/>
            <a:ext cx="52171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bg1"/>
                </a:solidFill>
                <a:latin typeface="Montserrat" panose="00000500000000000000" pitchFamily="2" charset="0"/>
              </a:rPr>
              <a:t>Data Preprocessing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Montserrat" panose="00000500000000000000" pitchFamily="2" charset="0"/>
              </a:rPr>
              <a:t>Used the combined (“Category Three”) dataset.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Montserrat" panose="00000500000000000000" pitchFamily="2" charset="0"/>
              </a:rPr>
              <a:t>Data split into 80% training, 20% testing for unbiased evaluation.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 err="1">
                <a:solidFill>
                  <a:schemeClr val="bg1"/>
                </a:solidFill>
                <a:latin typeface="Montserrat" panose="00000500000000000000" pitchFamily="2" charset="0"/>
              </a:rPr>
              <a:t>Subword</a:t>
            </a:r>
            <a:r>
              <a:rPr lang="en-US" sz="1500" b="1" dirty="0">
                <a:solidFill>
                  <a:schemeClr val="bg1"/>
                </a:solidFill>
                <a:latin typeface="Montserrat" panose="00000500000000000000" pitchFamily="2" charset="0"/>
              </a:rPr>
              <a:t> Tokenization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Montserrat" panose="00000500000000000000" pitchFamily="2" charset="0"/>
              </a:rPr>
              <a:t>XLM-</a:t>
            </a:r>
            <a:r>
              <a:rPr lang="en-US" sz="1500" dirty="0" err="1">
                <a:solidFill>
                  <a:schemeClr val="bg1"/>
                </a:solidFill>
                <a:latin typeface="Montserrat" panose="00000500000000000000" pitchFamily="2" charset="0"/>
              </a:rPr>
              <a:t>RoBERTa</a:t>
            </a:r>
            <a:r>
              <a:rPr lang="en-US" sz="1500" dirty="0">
                <a:solidFill>
                  <a:schemeClr val="bg1"/>
                </a:solidFill>
                <a:latin typeface="Montserrat" panose="00000500000000000000" pitchFamily="2" charset="0"/>
              </a:rPr>
              <a:t> tokenizer applied at the </a:t>
            </a:r>
            <a:r>
              <a:rPr lang="en-US" sz="1500" dirty="0" err="1">
                <a:solidFill>
                  <a:schemeClr val="bg1"/>
                </a:solidFill>
                <a:latin typeface="Montserrat" panose="00000500000000000000" pitchFamily="2" charset="0"/>
              </a:rPr>
              <a:t>subword</a:t>
            </a:r>
            <a:r>
              <a:rPr lang="en-US" sz="1500" dirty="0">
                <a:solidFill>
                  <a:schemeClr val="bg1"/>
                </a:solidFill>
                <a:latin typeface="Montserrat" panose="00000500000000000000" pitchFamily="2" charset="0"/>
              </a:rPr>
              <a:t> level.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Montserrat" panose="00000500000000000000" pitchFamily="2" charset="0"/>
              </a:rPr>
              <a:t>Designed for morphologically rich, low-resource languages like Setswana.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bg1"/>
                </a:solidFill>
                <a:latin typeface="Montserrat" panose="00000500000000000000" pitchFamily="2" charset="0"/>
              </a:rPr>
              <a:t>Embedding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Montserrat" panose="00000500000000000000" pitchFamily="2" charset="0"/>
              </a:rPr>
              <a:t>Tokenized feedback converted into dense vector embeddings via XLM-</a:t>
            </a:r>
            <a:r>
              <a:rPr lang="en-US" sz="1500" dirty="0" err="1">
                <a:solidFill>
                  <a:schemeClr val="bg1"/>
                </a:solidFill>
                <a:latin typeface="Montserrat" panose="00000500000000000000" pitchFamily="2" charset="0"/>
              </a:rPr>
              <a:t>RoBERTa</a:t>
            </a:r>
            <a:r>
              <a:rPr lang="en-US" sz="1500" dirty="0">
                <a:solidFill>
                  <a:schemeClr val="bg1"/>
                </a:solidFill>
                <a:latin typeface="Montserrat" panose="00000500000000000000" pitchFamily="2" charset="0"/>
              </a:rPr>
              <a:t>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Montserrat" panose="00000500000000000000" pitchFamily="2" charset="0"/>
              </a:rPr>
              <a:t>Enables the model to learn meaningful semantic features.</a:t>
            </a:r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1184B901-2502-42F7-B6E1-13651AE05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38599" y="4912973"/>
            <a:ext cx="1443404" cy="1443428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D88793F-E99D-4934-BE32-3045302EE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227D46B-1058-4251-A39F-9361D51D9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6CC86CF-119A-4B45-BA2B-782707C2EB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86D6694-09E2-4F0F-9847-F071D6E6F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C026A13-9FDF-437E-97FD-239BCA23CB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BCC789C-A5C7-4B13-AA57-CE3422F842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737D83C-FE40-4043-B578-93346B3A42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762F7ED-C9CB-43B3-A6B4-788BF3A356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CE3537-0B60-49B0-B944-3394C6FAE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D63E2E2-7628-4D04-B402-95AF3E4D80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E6AE619-C5D7-4384-8C9B-D7C20C072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60D6249-EE14-48E8-A4D4-76C866D616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7F81F2F-CD18-4450-B0C3-DE18E95EEC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3E9DB61-5211-4057-8987-44288F162B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344F4FC-CCE7-43DF-93E8-7B59187FF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3C9DBFF-F8A1-4CC0-83FB-F02095D0B7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8841E30-ED90-482C-8E83-15A3C62EE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4C36012-7833-44E5-AF6A-16F061AF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A5FB616-644E-4AA6-A1A5-2A133FF5B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788DEB-82C9-4FFD-BB7E-C4F79F0B0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6C7DC16-1C97-4F53-B990-41583AE249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B8B094C-797D-4970-B11A-56CB6D3BC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467AC8E-502F-4AD9-B8EC-7CF01ED11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0664D7E8-21B8-4A54-A1D3-B741777B6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B41E89E-3098-490D-8BFD-1EAC17808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E8C5C467-1C36-4754-9E4C-7E073A6D6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886416B-1EB8-4C63-98D3-2ED4C8AB67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87E7ABA-1C27-4ECB-A0F2-9F627CF13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B623774-F1A4-47BD-B3D0-731368FE9F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DBCF3C89-4A49-4B99-9E61-9C393B460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D6A8371-6F09-42D3-BFE7-C02DAF33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59CB83F-3F7F-462F-B600-5E7146BA75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79CD358-A896-4293-98D8-73B646120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73054398-60F8-4F9B-8159-56E8437E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50BA358-E733-457F-A3B6-DEDA2D1AEC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0FDD4AE-5D4F-4151-9A77-FAEDE47B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4F80DDF-0EF5-4387-958B-A97581EF8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0F3EFA1-B891-46DA-933A-4F4D0C1D0D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711F210-A3FF-4CF2-AA5D-49BBAFBB3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4882AE-036C-4D19-BB4E-EECFFAE3EB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A6F9AC5-05EA-41B4-B2F3-D2AD9614CB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151E501-586A-4259-A46B-9C82159A74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155219E5-BDDF-419A-B20F-719CC3D63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B2498AB5-440A-4DA7-B709-6BBE83E14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6A509E5B-EB47-4D17-B66B-00000E289A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1C563AD2-2231-4A45-8533-7F162D999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59B6894-D66A-4C55-AC77-313AAC3C1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31484FA-4EC8-4615-8E01-6F843BFB2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3DF5265-CD38-4DAA-BEEB-4AEE3646E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4B70D584-4897-4BD4-A7D9-EE0341AE07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89EE42F-1FF5-41F9-897F-3EBF7D124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98A9E84C-712D-440F-9E49-8D998C247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3C135AC6-2CAB-4DCC-8717-74963491C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238100A4-9D21-4283-B22C-2DFC19ACE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9DE80AD-8138-4977-ACF4-A760A74FD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1B603A1D-520C-4248-B3AF-A6576BE741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804202A-6406-4928-B315-5B77DE2EE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6E227203-EC63-4E0E-94E4-1BD995AD8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B301A5E-419D-447A-A864-586F78320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3AD8D7E1-B7CE-4913-A223-566B3B582A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9E65440-0DC7-47C7-AEC6-AF592082F3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34A0477-AC62-460E-8DF5-83B40AB9B0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77122425-98E2-4536-9F31-F0B7D9BD3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81D1B41-2171-4C76-AF7E-4BF1C6F11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E42F748-E2AD-451F-B2BF-7B386A943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E1532B74-E439-40A7-A473-CB6407D952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5A7F2BF3-54AE-4669-93D3-926195FE5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191CF669-2D21-4580-AAEF-B28B7E50F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A7FBBF91-F322-43A1-A605-A69402A095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438D4E36-1F7F-48D0-9882-91CA3E655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ABA39927-855E-4C3E-96FB-3910D01D61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491BC796-66FF-47E5-AC45-F33EC4610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F1EE308C-6C13-43C4-A4F5-A0C4F272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00D7BEDD-9DE0-4325-A634-AB0E259269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11D1B3D7-CE9E-42CA-B32D-A0C201E392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0E2128CE-1AA6-4A04-8267-A1B6AF2EB6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BEAC7405-BE09-424F-BC52-A4A597F95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78C19306-1DB5-4161-8617-9003A7367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2CD845E-9F6E-47ED-9A94-B58F8DB9F1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96164C07-3CE0-4DE9-ADBA-E5BCF9733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2D8763AD-BAC5-4D8C-B291-1C3713EE2A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0A568591-52C9-4BBD-8BEA-6E788C0BF1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8BBBC57-48DC-4DE2-9919-3D37EB90A6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B894C3FA-F077-4C23-B592-08FE0EDB6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6C25930A-33A9-4793-8EC8-CDFAE240A7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10B92D1-1C5A-45E6-BE34-8447A9179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81D8896F-81C6-4F10-A13F-4307E35A46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4F03213F-A82D-4FC4-BBFF-69F9C4482E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10F9612-8DBC-4889-BF7C-74D4005A9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46442812-97CF-4BD0-AB8A-58E6060A1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184D774A-5C6A-456C-AE90-26D2E27007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CD7C9483-2BF2-4E4F-BD15-58F7EC10A9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AA00AA30-5552-4EBE-BE1A-2FCFE86B0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6551D11E-EFAE-4045-8123-48BF3F9F7E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0E626591-A65E-46D1-9BC5-0696D3A6BE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57995A8B-1A24-40F3-AB16-ACBD669AB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EB21FF23-D68F-49C6-B2FC-E7557D53B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07EF2FE-2E53-4DA9-B75B-EB9BC6059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283410F-AC2F-4284-9584-D62D084B52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6A1D2921-7CFF-4451-82C7-DDB96E74B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20A7506-F2CF-41E4-A73E-739108654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20375791-8017-43D6-AB49-D44B9545C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FB4A3C1C-1450-4E3D-9F32-8DFDFFE337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2085DBDF-1063-49D6-B696-640EA6DD8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E18E380-E552-4675-BBD2-38FF8FA395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A7A5BEB3-C0FA-42E7-9117-EDE8539EB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A2F4397-C7F2-44F5-9537-FBE540437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14F258C5-A1D8-4A24-8D5E-2910DF6EBC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BE4F60F-94C0-4E0F-87DC-375FB4D81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6F61EC7-1295-414F-B78A-4D860D60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DE79F0E-5EF9-45E6-889D-AD68EE0A7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26CAB8C2-9385-4E9B-84FE-17216134B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3F553870-294B-4CAA-9BED-743A21E10B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ADEDC40-D8F0-4313-B7F4-93ED77A7A4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24E7D39B-5532-41C6-8111-63A7C788F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5A0562BA-738B-4844-BA9A-BF0846E3FE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581DE754-2346-4952-A2A5-0226EF158C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ED80020-2957-45DA-AF30-35F3EAED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0E923126-A2FF-4172-81F5-721C496482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65C8C68F-0273-4B8E-9FD5-6E4F5E171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22AEE008-8531-4A26-AD8A-47E0D9C39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F2A62EB-4037-469E-A6BE-CCE8BB74AE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9DF7AC2B-B55E-43DA-929C-5F5963D2F0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0C65E55-823D-4DAD-9245-85204B9E6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1D02822-B081-4809-AE14-B815E130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6F57C050-3FE5-43E5-BBC1-3833A06C6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C1BCBF3-63E4-4905-80C1-77ADD585B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47E5F4B-9F8F-45D7-8061-F8BE9686BA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727A4EA-54D7-4C09-ADD3-426B2D4929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8BE8742F-6925-4467-BDE2-04293902B8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DBA6F7B0-490F-4AB1-B90A-0FC04A2942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A838C6CF-5117-4E96-AC86-63472B56F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FAC9328B-117B-4AEB-99DF-5654E2F9D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A55C5EAF-BAAA-40C5-8911-9FBC412794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84E6C132-665D-4532-BE05-648B18EEF7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59EF90CA-CF64-4B01-8FC6-2C001AA29D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8352722-95E6-43E3-AA93-9416AB98F4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9BABFDBB-2E47-4AD3-8EC4-C580E97133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CBCBD1B-CE75-446E-B1E9-86E838AFD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53EE8C76-5CE4-4E6D-A34D-342E0F752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F079374E-A4E3-4516-ACBA-4B392A654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8165A7C6-907C-4B71-A9E3-58EC3F28B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8386427-C9A8-4E81-BF4B-450FFF8BA5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A54D4E37-213B-43B7-932B-BDFB6575EB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E5BE09-518D-4D74-AA7D-28181B146D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5D3C5F47-2854-46C9-BDF7-CEA0606E3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7A7F5432-BDFB-4311-A4A2-E1C0318DA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5AF4A34E-1587-4319-9DDC-1C5DE43B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8A3076E2-1BAD-4A1B-9737-AF3BAF967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6A51F02D-F9D9-4DDC-BE37-EE176D819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175E0E4B-EE9B-4F2B-B07F-B1AA2A8FF4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3F65E95D-F230-4CB4-9708-D8DD731771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552583DC-4906-4844-9931-CA77071E0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45F54635-332F-456D-983F-80E73231E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89C8A10A-060B-446D-ADE1-7B0C23E52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1E9757-D7AC-4ED4-980A-0BD763CA21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E965CC30-A4D6-4C8E-9EAD-DBC150876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25A950C2-CA46-4CC3-A0CA-CCDF2F7C14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1362684-FEF2-4D08-A6BC-08712C09AB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42DD12E-7DF2-477C-A13A-82892CF32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020FF5D3-8A79-40EE-8C34-58DC26982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E27E87EA-E072-464D-8336-7294018029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A53D000-E827-4764-AB5E-736F39688F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ED12E1D5-0FC5-4DEB-A638-272A08AE0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B1F6A97-A5B7-46FF-ACCA-A914AB1CD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626DCAF-FABD-4345-A36E-F8A6D4388E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A6CD66A-1BBB-4AF5-965B-A037016E64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3B30AA1-97BD-4F8D-ADD2-F0BD6CFCE0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1C5D8DDC-65BF-4C46-9089-9E6810993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7" name="Picture 8">
            <a:extLst>
              <a:ext uri="{FF2B5EF4-FFF2-40B4-BE49-F238E27FC236}">
                <a16:creationId xmlns:a16="http://schemas.microsoft.com/office/drawing/2014/main" id="{92790921-C855-8AFB-5F54-064611AC0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1" r="4921"/>
          <a:stretch/>
        </p:blipFill>
        <p:spPr bwMode="auto">
          <a:xfrm rot="585260">
            <a:off x="1626921" y="3504048"/>
            <a:ext cx="2581522" cy="2594882"/>
          </a:xfrm>
          <a:custGeom>
            <a:avLst/>
            <a:gdLst/>
            <a:ahLst/>
            <a:cxnLst/>
            <a:rect l="l" t="t" r="r" b="b"/>
            <a:pathLst>
              <a:path w="3458367" h="3476265">
                <a:moveTo>
                  <a:pt x="549716" y="15"/>
                </a:moveTo>
                <a:cubicBezTo>
                  <a:pt x="557611" y="271"/>
                  <a:pt x="565778" y="3856"/>
                  <a:pt x="573176" y="4995"/>
                </a:cubicBezTo>
                <a:cubicBezTo>
                  <a:pt x="736504" y="30493"/>
                  <a:pt x="899830" y="58040"/>
                  <a:pt x="1063336" y="82398"/>
                </a:cubicBezTo>
                <a:cubicBezTo>
                  <a:pt x="1216195" y="105163"/>
                  <a:pt x="1370136" y="110398"/>
                  <a:pt x="1523717" y="122237"/>
                </a:cubicBezTo>
                <a:cubicBezTo>
                  <a:pt x="1709602" y="136580"/>
                  <a:pt x="1895127" y="156841"/>
                  <a:pt x="2079929" y="188711"/>
                </a:cubicBezTo>
                <a:cubicBezTo>
                  <a:pt x="2208244" y="211023"/>
                  <a:pt x="2337823" y="226502"/>
                  <a:pt x="2467943" y="208745"/>
                </a:cubicBezTo>
                <a:cubicBezTo>
                  <a:pt x="2474439" y="207834"/>
                  <a:pt x="2481839" y="204876"/>
                  <a:pt x="2487253" y="207834"/>
                </a:cubicBezTo>
                <a:cubicBezTo>
                  <a:pt x="2550419" y="241073"/>
                  <a:pt x="2619357" y="217168"/>
                  <a:pt x="2684869" y="238113"/>
                </a:cubicBezTo>
                <a:cubicBezTo>
                  <a:pt x="2668085" y="318930"/>
                  <a:pt x="2596077" y="312327"/>
                  <a:pt x="2555471" y="368331"/>
                </a:cubicBezTo>
                <a:cubicBezTo>
                  <a:pt x="2621704" y="390639"/>
                  <a:pt x="2681259" y="413178"/>
                  <a:pt x="2741717" y="430023"/>
                </a:cubicBezTo>
                <a:cubicBezTo>
                  <a:pt x="2805785" y="447780"/>
                  <a:pt x="2860106" y="495816"/>
                  <a:pt x="2922728" y="517216"/>
                </a:cubicBezTo>
                <a:cubicBezTo>
                  <a:pt x="2936085" y="521769"/>
                  <a:pt x="2952146" y="537704"/>
                  <a:pt x="2956838" y="553184"/>
                </a:cubicBezTo>
                <a:cubicBezTo>
                  <a:pt x="2971997" y="603269"/>
                  <a:pt x="3274647" y="743732"/>
                  <a:pt x="3238914" y="788350"/>
                </a:cubicBezTo>
                <a:cubicBezTo>
                  <a:pt x="3224116" y="806791"/>
                  <a:pt x="3204986" y="819994"/>
                  <a:pt x="3184953" y="838207"/>
                </a:cubicBezTo>
                <a:cubicBezTo>
                  <a:pt x="3215093" y="872582"/>
                  <a:pt x="3249020" y="887608"/>
                  <a:pt x="3285115" y="897852"/>
                </a:cubicBezTo>
                <a:cubicBezTo>
                  <a:pt x="3295944" y="901039"/>
                  <a:pt x="3306591" y="907413"/>
                  <a:pt x="3307674" y="922894"/>
                </a:cubicBezTo>
                <a:cubicBezTo>
                  <a:pt x="3308757" y="939056"/>
                  <a:pt x="3297748" y="945429"/>
                  <a:pt x="3288544" y="952944"/>
                </a:cubicBezTo>
                <a:cubicBezTo>
                  <a:pt x="3275731" y="963415"/>
                  <a:pt x="3263278" y="972523"/>
                  <a:pt x="3247036" y="973888"/>
                </a:cubicBezTo>
                <a:cubicBezTo>
                  <a:pt x="3220325" y="975937"/>
                  <a:pt x="3207513" y="1005076"/>
                  <a:pt x="3191993" y="1026930"/>
                </a:cubicBezTo>
                <a:cubicBezTo>
                  <a:pt x="3183330" y="1039224"/>
                  <a:pt x="3178998" y="1064037"/>
                  <a:pt x="3194157" y="1068363"/>
                </a:cubicBezTo>
                <a:cubicBezTo>
                  <a:pt x="3230613" y="1078837"/>
                  <a:pt x="3227725" y="1109114"/>
                  <a:pt x="3226824" y="1143489"/>
                </a:cubicBezTo>
                <a:cubicBezTo>
                  <a:pt x="3225560" y="1186061"/>
                  <a:pt x="3204083" y="1205638"/>
                  <a:pt x="3177734" y="1222030"/>
                </a:cubicBezTo>
                <a:cubicBezTo>
                  <a:pt x="3168711" y="1227720"/>
                  <a:pt x="3155898" y="1227493"/>
                  <a:pt x="3152469" y="1245250"/>
                </a:cubicBezTo>
                <a:cubicBezTo>
                  <a:pt x="3167267" y="1262097"/>
                  <a:pt x="3185314" y="1248439"/>
                  <a:pt x="3201197" y="1253218"/>
                </a:cubicBezTo>
                <a:cubicBezTo>
                  <a:pt x="3214370" y="1257088"/>
                  <a:pt x="3236208" y="1255040"/>
                  <a:pt x="3218160" y="1286000"/>
                </a:cubicBezTo>
                <a:cubicBezTo>
                  <a:pt x="3212926" y="1294878"/>
                  <a:pt x="3219062" y="1301709"/>
                  <a:pt x="3225741" y="1302392"/>
                </a:cubicBezTo>
                <a:cubicBezTo>
                  <a:pt x="3279159" y="1309449"/>
                  <a:pt x="3254615" y="1372054"/>
                  <a:pt x="3271761" y="1405063"/>
                </a:cubicBezTo>
                <a:cubicBezTo>
                  <a:pt x="3276452" y="1414169"/>
                  <a:pt x="3271399" y="1429877"/>
                  <a:pt x="3263999" y="1433747"/>
                </a:cubicBezTo>
                <a:cubicBezTo>
                  <a:pt x="3216716" y="1459245"/>
                  <a:pt x="3210220" y="1520028"/>
                  <a:pt x="3187299" y="1572389"/>
                </a:cubicBezTo>
                <a:cubicBezTo>
                  <a:pt x="3212205" y="1593104"/>
                  <a:pt x="3241982" y="1597657"/>
                  <a:pt x="3268872" y="1611089"/>
                </a:cubicBezTo>
                <a:cubicBezTo>
                  <a:pt x="3296846" y="1625204"/>
                  <a:pt x="3296846" y="1635676"/>
                  <a:pt x="3273746" y="1676653"/>
                </a:cubicBezTo>
                <a:cubicBezTo>
                  <a:pt x="3333842" y="1685532"/>
                  <a:pt x="3333842" y="1685532"/>
                  <a:pt x="3315254" y="1749957"/>
                </a:cubicBezTo>
                <a:cubicBezTo>
                  <a:pt x="3365607" y="1755877"/>
                  <a:pt x="3398812" y="1786382"/>
                  <a:pt x="3406572" y="1853085"/>
                </a:cubicBezTo>
                <a:cubicBezTo>
                  <a:pt x="3410362" y="1885411"/>
                  <a:pt x="3433101" y="1900663"/>
                  <a:pt x="3458367" y="1922291"/>
                </a:cubicBezTo>
                <a:cubicBezTo>
                  <a:pt x="3426966" y="1943236"/>
                  <a:pt x="3405669" y="1986945"/>
                  <a:pt x="3369034" y="1940730"/>
                </a:cubicBezTo>
                <a:cubicBezTo>
                  <a:pt x="3355680" y="1923885"/>
                  <a:pt x="3356941" y="1945284"/>
                  <a:pt x="3355138" y="1951430"/>
                </a:cubicBezTo>
                <a:cubicBezTo>
                  <a:pt x="3350807" y="1966455"/>
                  <a:pt x="3359830" y="1976472"/>
                  <a:pt x="3365786" y="1987854"/>
                </a:cubicBezTo>
                <a:cubicBezTo>
                  <a:pt x="3371561" y="1999237"/>
                  <a:pt x="3378420" y="2011302"/>
                  <a:pt x="3380043" y="2024054"/>
                </a:cubicBezTo>
                <a:cubicBezTo>
                  <a:pt x="3381125" y="2032931"/>
                  <a:pt x="3375892" y="2045905"/>
                  <a:pt x="3370117" y="2052509"/>
                </a:cubicBezTo>
                <a:cubicBezTo>
                  <a:pt x="3339797" y="2087340"/>
                  <a:pt x="3357844" y="2165652"/>
                  <a:pt x="3300454" y="2175670"/>
                </a:cubicBezTo>
                <a:cubicBezTo>
                  <a:pt x="3274647" y="2180221"/>
                  <a:pt x="3262195" y="2208906"/>
                  <a:pt x="3243246" y="2224614"/>
                </a:cubicBezTo>
                <a:cubicBezTo>
                  <a:pt x="3177374" y="2279478"/>
                  <a:pt x="3133338" y="2350051"/>
                  <a:pt x="3112946" y="2447031"/>
                </a:cubicBezTo>
                <a:cubicBezTo>
                  <a:pt x="3107352" y="2473894"/>
                  <a:pt x="3085875" y="2495522"/>
                  <a:pt x="3071979" y="2519197"/>
                </a:cubicBezTo>
                <a:cubicBezTo>
                  <a:pt x="3078657" y="2536499"/>
                  <a:pt x="3115112" y="2499164"/>
                  <a:pt x="3102298" y="2544694"/>
                </a:cubicBezTo>
                <a:cubicBezTo>
                  <a:pt x="3092553" y="2578843"/>
                  <a:pt x="3067647" y="2600014"/>
                  <a:pt x="3044185" y="2620276"/>
                </a:cubicBezTo>
                <a:cubicBezTo>
                  <a:pt x="3017476" y="2643268"/>
                  <a:pt x="2987879" y="2661708"/>
                  <a:pt x="2975787" y="2704279"/>
                </a:cubicBezTo>
                <a:cubicBezTo>
                  <a:pt x="2973260" y="2713386"/>
                  <a:pt x="2965140" y="2722947"/>
                  <a:pt x="2957921" y="2726591"/>
                </a:cubicBezTo>
                <a:cubicBezTo>
                  <a:pt x="2581458" y="3475797"/>
                  <a:pt x="1654740" y="3480805"/>
                  <a:pt x="1547901" y="3475568"/>
                </a:cubicBezTo>
                <a:cubicBezTo>
                  <a:pt x="1418503" y="3468966"/>
                  <a:pt x="1296143" y="3422753"/>
                  <a:pt x="1176132" y="3365156"/>
                </a:cubicBezTo>
                <a:cubicBezTo>
                  <a:pt x="1125418" y="3340797"/>
                  <a:pt x="1078316" y="3306195"/>
                  <a:pt x="1029045" y="3279332"/>
                </a:cubicBezTo>
                <a:cubicBezTo>
                  <a:pt x="961009" y="3242223"/>
                  <a:pt x="908492" y="3171424"/>
                  <a:pt x="840634" y="3141601"/>
                </a:cubicBezTo>
                <a:cubicBezTo>
                  <a:pt x="770793" y="3110867"/>
                  <a:pt x="711057" y="3054638"/>
                  <a:pt x="639229" y="3030734"/>
                </a:cubicBezTo>
                <a:cubicBezTo>
                  <a:pt x="601330" y="3017985"/>
                  <a:pt x="564695" y="2994993"/>
                  <a:pt x="570649" y="2929200"/>
                </a:cubicBezTo>
                <a:cubicBezTo>
                  <a:pt x="572274" y="2910532"/>
                  <a:pt x="562349" y="2895282"/>
                  <a:pt x="546647" y="2900745"/>
                </a:cubicBezTo>
                <a:cubicBezTo>
                  <a:pt x="516690" y="2910989"/>
                  <a:pt x="503154" y="2883898"/>
                  <a:pt x="486550" y="2863636"/>
                </a:cubicBezTo>
                <a:cubicBezTo>
                  <a:pt x="456953" y="2827667"/>
                  <a:pt x="428801" y="2789422"/>
                  <a:pt x="381697" y="2783503"/>
                </a:cubicBezTo>
                <a:cubicBezTo>
                  <a:pt x="390720" y="2755272"/>
                  <a:pt x="406060" y="2759371"/>
                  <a:pt x="420137" y="2765290"/>
                </a:cubicBezTo>
                <a:cubicBezTo>
                  <a:pt x="457133" y="2780772"/>
                  <a:pt x="493769" y="2798300"/>
                  <a:pt x="530765" y="2813781"/>
                </a:cubicBezTo>
                <a:cubicBezTo>
                  <a:pt x="554948" y="2823799"/>
                  <a:pt x="578952" y="2837912"/>
                  <a:pt x="611257" y="2826755"/>
                </a:cubicBezTo>
                <a:cubicBezTo>
                  <a:pt x="583463" y="2769843"/>
                  <a:pt x="536180" y="2759598"/>
                  <a:pt x="497920" y="2742071"/>
                </a:cubicBezTo>
                <a:cubicBezTo>
                  <a:pt x="450096" y="2719988"/>
                  <a:pt x="421942" y="2678326"/>
                  <a:pt x="388193" y="2631885"/>
                </a:cubicBezTo>
                <a:cubicBezTo>
                  <a:pt x="423386" y="2620730"/>
                  <a:pt x="445223" y="2654879"/>
                  <a:pt x="472834" y="2653056"/>
                </a:cubicBezTo>
                <a:cubicBezTo>
                  <a:pt x="474279" y="2647140"/>
                  <a:pt x="476804" y="2638488"/>
                  <a:pt x="476444" y="2638259"/>
                </a:cubicBezTo>
                <a:cubicBezTo>
                  <a:pt x="431326" y="2612763"/>
                  <a:pt x="410211" y="2564956"/>
                  <a:pt x="403173" y="2507131"/>
                </a:cubicBezTo>
                <a:cubicBezTo>
                  <a:pt x="399563" y="2477310"/>
                  <a:pt x="383140" y="2467976"/>
                  <a:pt x="366897" y="2454316"/>
                </a:cubicBezTo>
                <a:cubicBezTo>
                  <a:pt x="310230" y="2405826"/>
                  <a:pt x="250314" y="2361890"/>
                  <a:pt x="203752" y="2295188"/>
                </a:cubicBezTo>
                <a:cubicBezTo>
                  <a:pt x="257532" y="2304066"/>
                  <a:pt x="300665" y="2347547"/>
                  <a:pt x="358597" y="2366215"/>
                </a:cubicBezTo>
                <a:cubicBezTo>
                  <a:pt x="312577" y="2292910"/>
                  <a:pt x="253020" y="2255803"/>
                  <a:pt x="198698" y="2211409"/>
                </a:cubicBezTo>
                <a:cubicBezTo>
                  <a:pt x="173974" y="2191149"/>
                  <a:pt x="151055" y="2165197"/>
                  <a:pt x="121097" y="2154269"/>
                </a:cubicBezTo>
                <a:cubicBezTo>
                  <a:pt x="110448" y="2150400"/>
                  <a:pt x="92943" y="2142204"/>
                  <a:pt x="101425" y="2120577"/>
                </a:cubicBezTo>
                <a:cubicBezTo>
                  <a:pt x="108643" y="2102593"/>
                  <a:pt x="122900" y="2108055"/>
                  <a:pt x="135895" y="2113292"/>
                </a:cubicBezTo>
                <a:cubicBezTo>
                  <a:pt x="167116" y="2126269"/>
                  <a:pt x="199421" y="2126495"/>
                  <a:pt x="241652" y="2126269"/>
                </a:cubicBezTo>
                <a:cubicBezTo>
                  <a:pt x="206279" y="2066851"/>
                  <a:pt x="141489" y="2084608"/>
                  <a:pt x="111170" y="2022231"/>
                </a:cubicBezTo>
                <a:cubicBezTo>
                  <a:pt x="149069" y="2011302"/>
                  <a:pt x="178305" y="2033841"/>
                  <a:pt x="208987" y="2038166"/>
                </a:cubicBezTo>
                <a:cubicBezTo>
                  <a:pt x="236777" y="2042036"/>
                  <a:pt x="243636" y="2031565"/>
                  <a:pt x="237139" y="1997188"/>
                </a:cubicBezTo>
                <a:cubicBezTo>
                  <a:pt x="227034" y="1943690"/>
                  <a:pt x="242193" y="1916371"/>
                  <a:pt x="282618" y="1930941"/>
                </a:cubicBezTo>
                <a:cubicBezTo>
                  <a:pt x="320155" y="1944601"/>
                  <a:pt x="324125" y="1924568"/>
                  <a:pt x="314019" y="1894062"/>
                </a:cubicBezTo>
                <a:cubicBezTo>
                  <a:pt x="299582" y="1849671"/>
                  <a:pt x="316004" y="1815295"/>
                  <a:pt x="327194" y="1777960"/>
                </a:cubicBezTo>
                <a:cubicBezTo>
                  <a:pt x="344339" y="1721045"/>
                  <a:pt x="337121" y="1693272"/>
                  <a:pt x="300123" y="1650929"/>
                </a:cubicBezTo>
                <a:cubicBezTo>
                  <a:pt x="279370" y="1627251"/>
                  <a:pt x="256992" y="1607219"/>
                  <a:pt x="226852" y="1586731"/>
                </a:cubicBezTo>
                <a:cubicBezTo>
                  <a:pt x="296334" y="1575576"/>
                  <a:pt x="223423" y="1538013"/>
                  <a:pt x="247968" y="1514564"/>
                </a:cubicBezTo>
                <a:cubicBezTo>
                  <a:pt x="297056" y="1505003"/>
                  <a:pt x="337121" y="1579673"/>
                  <a:pt x="403895" y="1558274"/>
                </a:cubicBezTo>
                <a:cubicBezTo>
                  <a:pt x="321420" y="1493619"/>
                  <a:pt x="230281" y="1472448"/>
                  <a:pt x="170546" y="1386396"/>
                </a:cubicBezTo>
                <a:cubicBezTo>
                  <a:pt x="184261" y="1366817"/>
                  <a:pt x="197977" y="1385030"/>
                  <a:pt x="209707" y="1377746"/>
                </a:cubicBezTo>
                <a:cubicBezTo>
                  <a:pt x="209346" y="1373192"/>
                  <a:pt x="210250" y="1366362"/>
                  <a:pt x="208083" y="1364314"/>
                </a:cubicBezTo>
                <a:cubicBezTo>
                  <a:pt x="163508" y="1317416"/>
                  <a:pt x="162784" y="1316279"/>
                  <a:pt x="210610" y="1281675"/>
                </a:cubicBezTo>
                <a:cubicBezTo>
                  <a:pt x="227394" y="1269609"/>
                  <a:pt x="225950" y="1258909"/>
                  <a:pt x="217108" y="1243657"/>
                </a:cubicBezTo>
                <a:cubicBezTo>
                  <a:pt x="210790" y="1232957"/>
                  <a:pt x="203211" y="1223395"/>
                  <a:pt x="206820" y="1199947"/>
                </a:cubicBezTo>
                <a:cubicBezTo>
                  <a:pt x="232988" y="1229998"/>
                  <a:pt x="359499" y="1220208"/>
                  <a:pt x="381877" y="1217021"/>
                </a:cubicBezTo>
                <a:cubicBezTo>
                  <a:pt x="406963" y="1213607"/>
                  <a:pt x="431688" y="1199037"/>
                  <a:pt x="458035" y="1207003"/>
                </a:cubicBezTo>
                <a:cubicBezTo>
                  <a:pt x="479150" y="1213381"/>
                  <a:pt x="576966" y="1275073"/>
                  <a:pt x="590863" y="1204273"/>
                </a:cubicBezTo>
                <a:cubicBezTo>
                  <a:pt x="591585" y="1200858"/>
                  <a:pt x="631107" y="1208826"/>
                  <a:pt x="652403" y="1212696"/>
                </a:cubicBezTo>
                <a:cubicBezTo>
                  <a:pt x="671172" y="1215883"/>
                  <a:pt x="692288" y="1229998"/>
                  <a:pt x="704920" y="1201769"/>
                </a:cubicBezTo>
                <a:cubicBezTo>
                  <a:pt x="712320" y="1185150"/>
                  <a:pt x="681820" y="1153051"/>
                  <a:pt x="654569" y="1150320"/>
                </a:cubicBezTo>
                <a:cubicBezTo>
                  <a:pt x="630926" y="1147814"/>
                  <a:pt x="606202" y="1144172"/>
                  <a:pt x="583643" y="1151001"/>
                </a:cubicBezTo>
                <a:cubicBezTo>
                  <a:pt x="555852" y="1159198"/>
                  <a:pt x="540873" y="1145995"/>
                  <a:pt x="533111" y="1117538"/>
                </a:cubicBezTo>
                <a:cubicBezTo>
                  <a:pt x="524450" y="1086122"/>
                  <a:pt x="507845" y="1071550"/>
                  <a:pt x="484926" y="1056980"/>
                </a:cubicBezTo>
                <a:cubicBezTo>
                  <a:pt x="429340" y="1021696"/>
                  <a:pt x="375921" y="980946"/>
                  <a:pt x="314922" y="960456"/>
                </a:cubicBezTo>
                <a:cubicBezTo>
                  <a:pt x="302830" y="956358"/>
                  <a:pt x="289476" y="950894"/>
                  <a:pt x="283881" y="923805"/>
                </a:cubicBezTo>
                <a:cubicBezTo>
                  <a:pt x="449013" y="964326"/>
                  <a:pt x="599526" y="1069958"/>
                  <a:pt x="769890" y="1063811"/>
                </a:cubicBezTo>
                <a:cubicBezTo>
                  <a:pt x="723329" y="1030346"/>
                  <a:pt x="669369" y="1028524"/>
                  <a:pt x="619738" y="1005076"/>
                </a:cubicBezTo>
                <a:cubicBezTo>
                  <a:pt x="654930" y="987546"/>
                  <a:pt x="687956" y="1005759"/>
                  <a:pt x="721344" y="1015777"/>
                </a:cubicBezTo>
                <a:cubicBezTo>
                  <a:pt x="749317" y="1023970"/>
                  <a:pt x="774583" y="1025337"/>
                  <a:pt x="777650" y="976393"/>
                </a:cubicBezTo>
                <a:cubicBezTo>
                  <a:pt x="776566" y="973205"/>
                  <a:pt x="776747" y="969107"/>
                  <a:pt x="776929" y="965238"/>
                </a:cubicBezTo>
                <a:cubicBezTo>
                  <a:pt x="767542" y="944976"/>
                  <a:pt x="752926" y="934504"/>
                  <a:pt x="735601" y="928584"/>
                </a:cubicBezTo>
                <a:cubicBezTo>
                  <a:pt x="725133" y="924942"/>
                  <a:pt x="711237" y="919478"/>
                  <a:pt x="711416" y="904909"/>
                </a:cubicBezTo>
                <a:cubicBezTo>
                  <a:pt x="711958" y="850955"/>
                  <a:pt x="678571" y="835246"/>
                  <a:pt x="645185" y="819539"/>
                </a:cubicBezTo>
                <a:cubicBezTo>
                  <a:pt x="663773" y="792676"/>
                  <a:pt x="678391" y="812481"/>
                  <a:pt x="692468" y="810433"/>
                </a:cubicBezTo>
                <a:cubicBezTo>
                  <a:pt x="701672" y="809067"/>
                  <a:pt x="709973" y="806563"/>
                  <a:pt x="709973" y="792676"/>
                </a:cubicBezTo>
                <a:cubicBezTo>
                  <a:pt x="710154" y="781065"/>
                  <a:pt x="705822" y="767861"/>
                  <a:pt x="696799" y="767635"/>
                </a:cubicBezTo>
                <a:cubicBezTo>
                  <a:pt x="640312" y="765585"/>
                  <a:pt x="609090" y="690914"/>
                  <a:pt x="550437" y="690687"/>
                </a:cubicBezTo>
                <a:cubicBezTo>
                  <a:pt x="515425" y="690687"/>
                  <a:pt x="568666" y="648572"/>
                  <a:pt x="539068" y="631042"/>
                </a:cubicBezTo>
                <a:cubicBezTo>
                  <a:pt x="532570" y="627171"/>
                  <a:pt x="556032" y="621254"/>
                  <a:pt x="566500" y="622164"/>
                </a:cubicBezTo>
                <a:cubicBezTo>
                  <a:pt x="576786" y="623074"/>
                  <a:pt x="585990" y="634229"/>
                  <a:pt x="598443" y="626261"/>
                </a:cubicBezTo>
                <a:cubicBezTo>
                  <a:pt x="605300" y="597806"/>
                  <a:pt x="587615" y="587332"/>
                  <a:pt x="572996" y="579365"/>
                </a:cubicBezTo>
                <a:cubicBezTo>
                  <a:pt x="539247" y="560925"/>
                  <a:pt x="506402" y="538615"/>
                  <a:pt x="469405" y="532013"/>
                </a:cubicBezTo>
                <a:cubicBezTo>
                  <a:pt x="456232" y="529737"/>
                  <a:pt x="488355" y="499231"/>
                  <a:pt x="494671" y="488532"/>
                </a:cubicBezTo>
                <a:cubicBezTo>
                  <a:pt x="345782" y="376071"/>
                  <a:pt x="166756" y="381762"/>
                  <a:pt x="0" y="290928"/>
                </a:cubicBezTo>
                <a:cubicBezTo>
                  <a:pt x="36817" y="273173"/>
                  <a:pt x="63887" y="286148"/>
                  <a:pt x="88973" y="288880"/>
                </a:cubicBezTo>
                <a:cubicBezTo>
                  <a:pt x="151595" y="295708"/>
                  <a:pt x="213498" y="309822"/>
                  <a:pt x="275940" y="318246"/>
                </a:cubicBezTo>
                <a:cubicBezTo>
                  <a:pt x="306620" y="322344"/>
                  <a:pt x="335134" y="337824"/>
                  <a:pt x="369424" y="313239"/>
                </a:cubicBezTo>
                <a:cubicBezTo>
                  <a:pt x="392343" y="296847"/>
                  <a:pt x="428980" y="314604"/>
                  <a:pt x="457133" y="329174"/>
                </a:cubicBezTo>
                <a:cubicBezTo>
                  <a:pt x="480414" y="341238"/>
                  <a:pt x="502612" y="344425"/>
                  <a:pt x="533474" y="329174"/>
                </a:cubicBezTo>
                <a:cubicBezTo>
                  <a:pt x="505501" y="319841"/>
                  <a:pt x="484023" y="311645"/>
                  <a:pt x="462006" y="305953"/>
                </a:cubicBezTo>
                <a:cubicBezTo>
                  <a:pt x="444501" y="301400"/>
                  <a:pt x="486189" y="282960"/>
                  <a:pt x="507484" y="285237"/>
                </a:cubicBezTo>
                <a:cubicBezTo>
                  <a:pt x="537263" y="288423"/>
                  <a:pt x="520479" y="276586"/>
                  <a:pt x="515425" y="260195"/>
                </a:cubicBezTo>
                <a:cubicBezTo>
                  <a:pt x="510012" y="242665"/>
                  <a:pt x="526074" y="237203"/>
                  <a:pt x="536180" y="240844"/>
                </a:cubicBezTo>
                <a:cubicBezTo>
                  <a:pt x="574980" y="255187"/>
                  <a:pt x="613602" y="229917"/>
                  <a:pt x="653668" y="250407"/>
                </a:cubicBezTo>
                <a:cubicBezTo>
                  <a:pt x="643561" y="199867"/>
                  <a:pt x="621723" y="177784"/>
                  <a:pt x="576064" y="170726"/>
                </a:cubicBezTo>
                <a:cubicBezTo>
                  <a:pt x="558919" y="167996"/>
                  <a:pt x="541053" y="172093"/>
                  <a:pt x="526254" y="157522"/>
                </a:cubicBezTo>
                <a:cubicBezTo>
                  <a:pt x="517771" y="149101"/>
                  <a:pt x="508207" y="139084"/>
                  <a:pt x="514884" y="123603"/>
                </a:cubicBezTo>
                <a:cubicBezTo>
                  <a:pt x="519577" y="112674"/>
                  <a:pt x="529684" y="112674"/>
                  <a:pt x="537985" y="116318"/>
                </a:cubicBezTo>
                <a:cubicBezTo>
                  <a:pt x="575162" y="132483"/>
                  <a:pt x="613963" y="138400"/>
                  <a:pt x="652764" y="144320"/>
                </a:cubicBezTo>
                <a:cubicBezTo>
                  <a:pt x="658720" y="145230"/>
                  <a:pt x="665397" y="148191"/>
                  <a:pt x="672075" y="133164"/>
                </a:cubicBezTo>
                <a:cubicBezTo>
                  <a:pt x="599526" y="108805"/>
                  <a:pt x="530585" y="74202"/>
                  <a:pt x="456051" y="60770"/>
                </a:cubicBezTo>
                <a:cubicBezTo>
                  <a:pt x="457133" y="54397"/>
                  <a:pt x="458215" y="48022"/>
                  <a:pt x="459299" y="41649"/>
                </a:cubicBezTo>
                <a:cubicBezTo>
                  <a:pt x="517591" y="50753"/>
                  <a:pt x="575884" y="59859"/>
                  <a:pt x="649515" y="71243"/>
                </a:cubicBezTo>
                <a:cubicBezTo>
                  <a:pt x="604218" y="35045"/>
                  <a:pt x="561446" y="47111"/>
                  <a:pt x="527879" y="15013"/>
                </a:cubicBezTo>
                <a:cubicBezTo>
                  <a:pt x="534195" y="2833"/>
                  <a:pt x="541820" y="-241"/>
                  <a:pt x="549716" y="15"/>
                </a:cubicBezTo>
                <a:close/>
              </a:path>
            </a:pathLst>
          </a:custGeom>
          <a:noFill/>
          <a:ln w="9525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9A922758-F4FD-4BB0-5874-FECB7336D96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0" r="3" b="14548"/>
          <a:stretch>
            <a:fillRect/>
          </a:stretch>
        </p:blipFill>
        <p:spPr>
          <a:xfrm>
            <a:off x="-1271894" y="396117"/>
            <a:ext cx="4579876" cy="3536502"/>
          </a:xfrm>
          <a:custGeom>
            <a:avLst/>
            <a:gdLst/>
            <a:ahLst/>
            <a:cxnLst/>
            <a:rect l="l" t="t" r="r" b="b"/>
            <a:pathLst>
              <a:path w="4579876" h="3536502">
                <a:moveTo>
                  <a:pt x="457312" y="0"/>
                </a:moveTo>
                <a:lnTo>
                  <a:pt x="4579876" y="0"/>
                </a:lnTo>
                <a:lnTo>
                  <a:pt x="4579876" y="3057029"/>
                </a:lnTo>
                <a:lnTo>
                  <a:pt x="4508441" y="3086568"/>
                </a:lnTo>
                <a:cubicBezTo>
                  <a:pt x="4391572" y="3126663"/>
                  <a:pt x="4301124" y="3221848"/>
                  <a:pt x="4183947" y="3271738"/>
                </a:cubicBezTo>
                <a:cubicBezTo>
                  <a:pt x="4099090" y="3307854"/>
                  <a:pt x="4017967" y="3354374"/>
                  <a:pt x="3930625" y="3387123"/>
                </a:cubicBezTo>
                <a:cubicBezTo>
                  <a:pt x="3723932" y="3464557"/>
                  <a:pt x="3513195" y="3526689"/>
                  <a:pt x="3290337" y="3535564"/>
                </a:cubicBezTo>
                <a:cubicBezTo>
                  <a:pt x="3106332" y="3542605"/>
                  <a:pt x="1510274" y="3535872"/>
                  <a:pt x="861903" y="2528615"/>
                </a:cubicBezTo>
                <a:cubicBezTo>
                  <a:pt x="849470" y="2523717"/>
                  <a:pt x="835485" y="2510862"/>
                  <a:pt x="831133" y="2498619"/>
                </a:cubicBezTo>
                <a:cubicBezTo>
                  <a:pt x="810307" y="2441385"/>
                  <a:pt x="759333" y="2416594"/>
                  <a:pt x="713333" y="2385682"/>
                </a:cubicBezTo>
                <a:cubicBezTo>
                  <a:pt x="672925" y="2358442"/>
                  <a:pt x="630030" y="2329978"/>
                  <a:pt x="613246" y="2284067"/>
                </a:cubicBezTo>
                <a:cubicBezTo>
                  <a:pt x="591179" y="2222855"/>
                  <a:pt x="653963" y="2273050"/>
                  <a:pt x="665465" y="2249789"/>
                </a:cubicBezTo>
                <a:cubicBezTo>
                  <a:pt x="641532" y="2217960"/>
                  <a:pt x="604543" y="2188882"/>
                  <a:pt x="594908" y="2152767"/>
                </a:cubicBezTo>
                <a:cubicBezTo>
                  <a:pt x="559787" y="2022383"/>
                  <a:pt x="483946" y="1927503"/>
                  <a:pt x="370497" y="1853742"/>
                </a:cubicBezTo>
                <a:cubicBezTo>
                  <a:pt x="337861" y="1832624"/>
                  <a:pt x="316415" y="1794059"/>
                  <a:pt x="271969" y="1787940"/>
                </a:cubicBezTo>
                <a:cubicBezTo>
                  <a:pt x="173127" y="1774472"/>
                  <a:pt x="204209" y="1669186"/>
                  <a:pt x="151990" y="1622358"/>
                </a:cubicBezTo>
                <a:cubicBezTo>
                  <a:pt x="142044" y="1613481"/>
                  <a:pt x="133031" y="1596037"/>
                  <a:pt x="134895" y="1584102"/>
                </a:cubicBezTo>
                <a:cubicBezTo>
                  <a:pt x="137691" y="1566959"/>
                  <a:pt x="149504" y="1550739"/>
                  <a:pt x="159450" y="1535435"/>
                </a:cubicBezTo>
                <a:cubicBezTo>
                  <a:pt x="169708" y="1520133"/>
                  <a:pt x="185247" y="1506664"/>
                  <a:pt x="177788" y="1486465"/>
                </a:cubicBezTo>
                <a:cubicBezTo>
                  <a:pt x="174683" y="1478202"/>
                  <a:pt x="176855" y="1449432"/>
                  <a:pt x="153856" y="1472079"/>
                </a:cubicBezTo>
                <a:cubicBezTo>
                  <a:pt x="90760" y="1534212"/>
                  <a:pt x="54082" y="1475449"/>
                  <a:pt x="0" y="1447289"/>
                </a:cubicBezTo>
                <a:cubicBezTo>
                  <a:pt x="43515" y="1418212"/>
                  <a:pt x="82677" y="1397707"/>
                  <a:pt x="89205" y="1354247"/>
                </a:cubicBezTo>
                <a:cubicBezTo>
                  <a:pt x="102570" y="1264569"/>
                  <a:pt x="159758" y="1223557"/>
                  <a:pt x="246479" y="1215599"/>
                </a:cubicBezTo>
                <a:cubicBezTo>
                  <a:pt x="214465" y="1128983"/>
                  <a:pt x="214465" y="1128983"/>
                  <a:pt x="317968" y="1117045"/>
                </a:cubicBezTo>
                <a:cubicBezTo>
                  <a:pt x="278183" y="1061955"/>
                  <a:pt x="278183" y="1047876"/>
                  <a:pt x="326362" y="1028900"/>
                </a:cubicBezTo>
                <a:cubicBezTo>
                  <a:pt x="372673" y="1010841"/>
                  <a:pt x="423957" y="1004720"/>
                  <a:pt x="466852" y="976870"/>
                </a:cubicBezTo>
                <a:cubicBezTo>
                  <a:pt x="427377" y="906475"/>
                  <a:pt x="416188" y="824756"/>
                  <a:pt x="334754" y="790475"/>
                </a:cubicBezTo>
                <a:cubicBezTo>
                  <a:pt x="322010" y="785272"/>
                  <a:pt x="313307" y="764154"/>
                  <a:pt x="321386" y="751912"/>
                </a:cubicBezTo>
                <a:cubicBezTo>
                  <a:pt x="350915" y="707534"/>
                  <a:pt x="308644" y="623365"/>
                  <a:pt x="400645" y="613877"/>
                </a:cubicBezTo>
                <a:cubicBezTo>
                  <a:pt x="412147" y="612959"/>
                  <a:pt x="422716" y="603776"/>
                  <a:pt x="413701" y="591839"/>
                </a:cubicBezTo>
                <a:cubicBezTo>
                  <a:pt x="382618" y="550216"/>
                  <a:pt x="420228" y="552969"/>
                  <a:pt x="442917" y="547767"/>
                </a:cubicBezTo>
                <a:cubicBezTo>
                  <a:pt x="470271" y="541341"/>
                  <a:pt x="501353" y="559703"/>
                  <a:pt x="526840" y="537055"/>
                </a:cubicBezTo>
                <a:cubicBezTo>
                  <a:pt x="520932" y="513181"/>
                  <a:pt x="498866" y="513487"/>
                  <a:pt x="483325" y="505836"/>
                </a:cubicBezTo>
                <a:cubicBezTo>
                  <a:pt x="437946" y="483799"/>
                  <a:pt x="400956" y="457479"/>
                  <a:pt x="398780" y="400243"/>
                </a:cubicBezTo>
                <a:cubicBezTo>
                  <a:pt x="397229" y="354028"/>
                  <a:pt x="392255" y="313323"/>
                  <a:pt x="455041" y="299242"/>
                </a:cubicBezTo>
                <a:cubicBezTo>
                  <a:pt x="481149" y="293426"/>
                  <a:pt x="473687" y="260067"/>
                  <a:pt x="458769" y="243538"/>
                </a:cubicBezTo>
                <a:cubicBezTo>
                  <a:pt x="432038" y="214157"/>
                  <a:pt x="409972" y="174981"/>
                  <a:pt x="363969" y="172227"/>
                </a:cubicBezTo>
                <a:cubicBezTo>
                  <a:pt x="335995" y="170391"/>
                  <a:pt x="314549" y="158146"/>
                  <a:pt x="292481" y="144069"/>
                </a:cubicBezTo>
                <a:cubicBezTo>
                  <a:pt x="276630" y="133966"/>
                  <a:pt x="257670" y="125398"/>
                  <a:pt x="259534" y="103668"/>
                </a:cubicBezTo>
                <a:cubicBezTo>
                  <a:pt x="261399" y="82855"/>
                  <a:pt x="279736" y="74286"/>
                  <a:pt x="298387" y="70001"/>
                </a:cubicBezTo>
                <a:cubicBezTo>
                  <a:pt x="345011" y="59672"/>
                  <a:pt x="389535" y="45726"/>
                  <a:pt x="430782" y="19902"/>
                </a:cubicBezTo>
                <a:close/>
              </a:path>
            </a:pathLst>
          </a:custGeom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745074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Molecule">
            <a:extLst>
              <a:ext uri="{FF2B5EF4-FFF2-40B4-BE49-F238E27FC236}">
                <a16:creationId xmlns:a16="http://schemas.microsoft.com/office/drawing/2014/main" id="{997C179A-D656-0754-1FAA-7012CA9EE29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rcRect l="4543" r="12584"/>
          <a:stretch>
            <a:fillRect/>
          </a:stretch>
        </p:blipFill>
        <p:spPr>
          <a:xfrm flipH="1">
            <a:off x="0" y="-103089"/>
            <a:ext cx="12256937" cy="110925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40DE04-319F-8B66-6D42-7C964E9E801C}"/>
              </a:ext>
            </a:extLst>
          </p:cNvPr>
          <p:cNvSpPr txBox="1"/>
          <p:nvPr/>
        </p:nvSpPr>
        <p:spPr>
          <a:xfrm>
            <a:off x="838201" y="345810"/>
            <a:ext cx="64267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bg1"/>
                </a:solidFill>
                <a:latin typeface="Montserrat" panose="00000500000000000000" pitchFamily="2" charset="0"/>
                <a:ea typeface="+mj-ea"/>
                <a:cs typeface="+mj-cs"/>
              </a:rPr>
              <a:t>Experiments and Results</a:t>
            </a:r>
            <a:r>
              <a:rPr lang="en-US" sz="3600" b="1" kern="1200" dirty="0">
                <a:solidFill>
                  <a:schemeClr val="bg1"/>
                </a:solidFill>
                <a:latin typeface="Montserrat" panose="00000500000000000000" pitchFamily="2" charset="0"/>
                <a:ea typeface="+mj-ea"/>
                <a:cs typeface="+mj-cs"/>
              </a:rPr>
              <a:t>: Performance Metrics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82FF925-FC32-00E7-FB4D-732405DBFC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44180"/>
              </p:ext>
            </p:extLst>
          </p:nvPr>
        </p:nvGraphicFramePr>
        <p:xfrm>
          <a:off x="1987176" y="2701646"/>
          <a:ext cx="8128000" cy="296672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9114226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0407749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6064337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43586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MSE x100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MAE x100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R Squared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913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Constructive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1.51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8.11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0.8053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928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Encouraging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6.75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0.8982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841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Polite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1.12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0.6766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773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Relevant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6.92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0.7638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4242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Concise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/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6.34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0.7634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118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Corrective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1.62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7.41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0.8673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607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Average</a:t>
                      </a:r>
                    </a:p>
                  </a:txBody>
                  <a:tcP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1.16</a:t>
                      </a:r>
                    </a:p>
                  </a:txBody>
                  <a:tcP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7.12</a:t>
                      </a:r>
                    </a:p>
                  </a:txBody>
                  <a:tcP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0.7958</a:t>
                      </a:r>
                    </a:p>
                  </a:txBody>
                  <a:tcPr>
                    <a:solidFill>
                      <a:schemeClr val="tx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2369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3493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FCF0F7-F449-35DF-71D0-155A215E4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4" descr="Molecule">
            <a:extLst>
              <a:ext uri="{FF2B5EF4-FFF2-40B4-BE49-F238E27FC236}">
                <a16:creationId xmlns:a16="http://schemas.microsoft.com/office/drawing/2014/main" id="{A53E94FE-3310-04F9-C96F-CE57A360ED3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rcRect l="4543" r="12584"/>
          <a:stretch>
            <a:fillRect/>
          </a:stretch>
        </p:blipFill>
        <p:spPr>
          <a:xfrm rot="17498097" flipH="1">
            <a:off x="-1494266" y="-3128956"/>
            <a:ext cx="15180534" cy="137384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AC5DE1-84E1-145F-4E99-A17F2192697C}"/>
              </a:ext>
            </a:extLst>
          </p:cNvPr>
          <p:cNvSpPr txBox="1"/>
          <p:nvPr/>
        </p:nvSpPr>
        <p:spPr>
          <a:xfrm>
            <a:off x="515472" y="-80014"/>
            <a:ext cx="6772834" cy="15547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solidFill>
                    <a:schemeClr val="tx1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Experiments and Results: Correlation Heat Map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D74B23-84D7-F8D6-026B-CD3247D4C6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49469" y="1731883"/>
            <a:ext cx="6293062" cy="471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729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BDC86B-8D08-DA50-1743-09DD59B46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4" descr="Molecule">
            <a:extLst>
              <a:ext uri="{FF2B5EF4-FFF2-40B4-BE49-F238E27FC236}">
                <a16:creationId xmlns:a16="http://schemas.microsoft.com/office/drawing/2014/main" id="{1D1E15C0-AD15-159B-A349-2FFCB175B2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rcRect l="4543" r="12584"/>
          <a:stretch>
            <a:fillRect/>
          </a:stretch>
        </p:blipFill>
        <p:spPr>
          <a:xfrm rot="18840899" flipH="1">
            <a:off x="-86380" y="-3194283"/>
            <a:ext cx="15180534" cy="137384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42736D-39A3-6C1F-E860-32789E7E73F1}"/>
              </a:ext>
            </a:extLst>
          </p:cNvPr>
          <p:cNvSpPr txBox="1"/>
          <p:nvPr/>
        </p:nvSpPr>
        <p:spPr>
          <a:xfrm>
            <a:off x="838201" y="345810"/>
            <a:ext cx="64267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solidFill>
                    <a:schemeClr val="tx1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Experiments and Results: TF-IDF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14F308-D2BF-E4E8-46E4-A908368A64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9423" y="1823488"/>
            <a:ext cx="10368187" cy="370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693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3A35FB-85AF-3C1C-027F-58AEF1235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Molecule">
            <a:extLst>
              <a:ext uri="{FF2B5EF4-FFF2-40B4-BE49-F238E27FC236}">
                <a16:creationId xmlns:a16="http://schemas.microsoft.com/office/drawing/2014/main" id="{9E90E622-ED50-F655-A666-F16D608B77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rcRect l="4543" r="12584"/>
          <a:stretch>
            <a:fillRect/>
          </a:stretch>
        </p:blipFill>
        <p:spPr>
          <a:xfrm rot="13398420" flipH="1">
            <a:off x="-3311626" y="-5703177"/>
            <a:ext cx="18815250" cy="170279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169F3F-B50E-A66F-CE28-3E1FA2D963BA}"/>
              </a:ext>
            </a:extLst>
          </p:cNvPr>
          <p:cNvSpPr txBox="1"/>
          <p:nvPr/>
        </p:nvSpPr>
        <p:spPr>
          <a:xfrm>
            <a:off x="838201" y="345810"/>
            <a:ext cx="64267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solidFill>
                    <a:schemeClr val="tx1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Experiments and Results: SHAP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569164-FC50-C697-961F-701FF9B84C06}"/>
              </a:ext>
            </a:extLst>
          </p:cNvPr>
          <p:cNvSpPr txBox="1"/>
          <p:nvPr/>
        </p:nvSpPr>
        <p:spPr>
          <a:xfrm>
            <a:off x="9300410" y="345810"/>
            <a:ext cx="27792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Sample Sentence:</a:t>
            </a:r>
          </a:p>
          <a:p>
            <a:r>
              <a:rPr lang="en-ZA" dirty="0">
                <a:solidFill>
                  <a:schemeClr val="bg1"/>
                </a:solidFill>
              </a:rPr>
              <a:t>O ne </a:t>
            </a:r>
            <a:r>
              <a:rPr lang="en-ZA" dirty="0" err="1">
                <a:solidFill>
                  <a:schemeClr val="bg1"/>
                </a:solidFill>
              </a:rPr>
              <a:t>wa</a:t>
            </a:r>
            <a:r>
              <a:rPr lang="en-ZA" dirty="0">
                <a:solidFill>
                  <a:schemeClr val="bg1"/>
                </a:solidFill>
              </a:rPr>
              <a:t> </a:t>
            </a:r>
            <a:r>
              <a:rPr lang="en-ZA" dirty="0" err="1">
                <a:solidFill>
                  <a:schemeClr val="bg1"/>
                </a:solidFill>
              </a:rPr>
              <a:t>fosa</a:t>
            </a:r>
            <a:r>
              <a:rPr lang="en-ZA" dirty="0">
                <a:solidFill>
                  <a:schemeClr val="bg1"/>
                </a:solidFill>
              </a:rPr>
              <a:t> go </a:t>
            </a:r>
            <a:r>
              <a:rPr lang="en-ZA" dirty="0" err="1">
                <a:solidFill>
                  <a:schemeClr val="bg1"/>
                </a:solidFill>
              </a:rPr>
              <a:t>tlhalosa</a:t>
            </a:r>
            <a:r>
              <a:rPr lang="en-ZA" dirty="0">
                <a:solidFill>
                  <a:schemeClr val="bg1"/>
                </a:solidFill>
              </a:rPr>
              <a:t> </a:t>
            </a:r>
            <a:r>
              <a:rPr lang="en-ZA" dirty="0" err="1">
                <a:solidFill>
                  <a:schemeClr val="bg1"/>
                </a:solidFill>
              </a:rPr>
              <a:t>pharologanyo</a:t>
            </a:r>
            <a:r>
              <a:rPr lang="en-ZA" dirty="0">
                <a:solidFill>
                  <a:schemeClr val="bg1"/>
                </a:solidFill>
              </a:rPr>
              <a:t> </a:t>
            </a:r>
            <a:r>
              <a:rPr lang="en-ZA" dirty="0" err="1">
                <a:solidFill>
                  <a:schemeClr val="bg1"/>
                </a:solidFill>
              </a:rPr>
              <a:t>magareng</a:t>
            </a:r>
            <a:r>
              <a:rPr lang="en-ZA" dirty="0">
                <a:solidFill>
                  <a:schemeClr val="bg1"/>
                </a:solidFill>
              </a:rPr>
              <a:t> ga virus le bacteria </a:t>
            </a:r>
            <a:r>
              <a:rPr lang="en-ZA" dirty="0" err="1">
                <a:solidFill>
                  <a:schemeClr val="bg1"/>
                </a:solidFill>
              </a:rPr>
              <a:t>mo</a:t>
            </a:r>
            <a:r>
              <a:rPr lang="en-ZA" dirty="0">
                <a:solidFill>
                  <a:schemeClr val="bg1"/>
                </a:solidFill>
              </a:rPr>
              <a:t> Life Sciences. Leka go </a:t>
            </a:r>
            <a:r>
              <a:rPr lang="en-ZA" dirty="0" err="1">
                <a:solidFill>
                  <a:schemeClr val="bg1"/>
                </a:solidFill>
              </a:rPr>
              <a:t>ithuta</a:t>
            </a:r>
            <a:r>
              <a:rPr lang="en-ZA" dirty="0">
                <a:solidFill>
                  <a:schemeClr val="bg1"/>
                </a:solidFill>
              </a:rPr>
              <a:t> gape ka </a:t>
            </a:r>
            <a:r>
              <a:rPr lang="en-ZA" dirty="0" err="1">
                <a:solidFill>
                  <a:schemeClr val="bg1"/>
                </a:solidFill>
              </a:rPr>
              <a:t>tsone</a:t>
            </a:r>
            <a:r>
              <a:rPr lang="en-ZA" dirty="0">
                <a:solidFill>
                  <a:schemeClr val="bg1"/>
                </a:solidFill>
              </a:rPr>
              <a:t>.</a:t>
            </a:r>
          </a:p>
          <a:p>
            <a:endParaRPr lang="en-ZA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5155EB-8256-1D72-A11B-2711ED75B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1" y="4229831"/>
            <a:ext cx="10900253" cy="10723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AD31FF-1DFF-F067-185D-10B48D8E04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4359" y="2358210"/>
            <a:ext cx="10874095" cy="11430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FD6BB9-83EE-3909-3F30-7B4207961808}"/>
              </a:ext>
            </a:extLst>
          </p:cNvPr>
          <p:cNvSpPr txBox="1"/>
          <p:nvPr/>
        </p:nvSpPr>
        <p:spPr>
          <a:xfrm>
            <a:off x="646876" y="3818814"/>
            <a:ext cx="2779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Corrective (1.075):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9DC2F5-77A9-CB01-2026-8F2D8042C986}"/>
              </a:ext>
            </a:extLst>
          </p:cNvPr>
          <p:cNvSpPr txBox="1"/>
          <p:nvPr/>
        </p:nvSpPr>
        <p:spPr>
          <a:xfrm>
            <a:off x="646876" y="1988878"/>
            <a:ext cx="2779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Encouraging (0.404):</a:t>
            </a:r>
          </a:p>
        </p:txBody>
      </p:sp>
    </p:spTree>
    <p:extLst>
      <p:ext uri="{BB962C8B-B14F-4D97-AF65-F5344CB8AC3E}">
        <p14:creationId xmlns:p14="http://schemas.microsoft.com/office/powerpoint/2010/main" val="3437584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6CB1BB-C666-00A9-4673-00E50BA2F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4" descr="Molecule">
            <a:extLst>
              <a:ext uri="{FF2B5EF4-FFF2-40B4-BE49-F238E27FC236}">
                <a16:creationId xmlns:a16="http://schemas.microsoft.com/office/drawing/2014/main" id="{4E31E958-A029-62A6-BBEA-DF6698C69B4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rcRect l="4543" r="12584"/>
          <a:stretch>
            <a:fillRect/>
          </a:stretch>
        </p:blipFill>
        <p:spPr>
          <a:xfrm rot="15692301" flipH="1">
            <a:off x="-4475408" y="-6136817"/>
            <a:ext cx="18815250" cy="170279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6DC132-095E-6315-5306-7F1686231175}"/>
              </a:ext>
            </a:extLst>
          </p:cNvPr>
          <p:cNvSpPr txBox="1"/>
          <p:nvPr/>
        </p:nvSpPr>
        <p:spPr>
          <a:xfrm>
            <a:off x="838201" y="345810"/>
            <a:ext cx="6426707" cy="132556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solidFill>
                    <a:schemeClr val="tx1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Experiments and Results: LIME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08564B-65BE-3087-8BB5-E021D652A39E}"/>
              </a:ext>
            </a:extLst>
          </p:cNvPr>
          <p:cNvSpPr txBox="1"/>
          <p:nvPr/>
        </p:nvSpPr>
        <p:spPr>
          <a:xfrm>
            <a:off x="6504250" y="1988878"/>
            <a:ext cx="2779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Corrective (1.075):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020C2E-E922-2EDC-BA92-CB75CCDCFE62}"/>
              </a:ext>
            </a:extLst>
          </p:cNvPr>
          <p:cNvSpPr txBox="1"/>
          <p:nvPr/>
        </p:nvSpPr>
        <p:spPr>
          <a:xfrm>
            <a:off x="129160" y="1988878"/>
            <a:ext cx="2779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Encouraging (0.404):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C2E389-6D46-C278-1BEC-22ED885669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9345" y="2555498"/>
            <a:ext cx="5418220" cy="40636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656546-28CC-B7DE-E87E-9E860FDC4A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74435" y="2555498"/>
            <a:ext cx="5418220" cy="40636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943908-53B7-0207-77A8-87E8E5D696FE}"/>
              </a:ext>
            </a:extLst>
          </p:cNvPr>
          <p:cNvSpPr txBox="1"/>
          <p:nvPr/>
        </p:nvSpPr>
        <p:spPr>
          <a:xfrm>
            <a:off x="9300410" y="345810"/>
            <a:ext cx="27792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Sample Sentence:</a:t>
            </a:r>
          </a:p>
          <a:p>
            <a:r>
              <a:rPr lang="en-ZA" dirty="0">
                <a:solidFill>
                  <a:schemeClr val="bg1"/>
                </a:solidFill>
              </a:rPr>
              <a:t>O ne </a:t>
            </a:r>
            <a:r>
              <a:rPr lang="en-ZA" dirty="0" err="1">
                <a:solidFill>
                  <a:schemeClr val="bg1"/>
                </a:solidFill>
              </a:rPr>
              <a:t>wa</a:t>
            </a:r>
            <a:r>
              <a:rPr lang="en-ZA" dirty="0">
                <a:solidFill>
                  <a:schemeClr val="bg1"/>
                </a:solidFill>
              </a:rPr>
              <a:t> </a:t>
            </a:r>
            <a:r>
              <a:rPr lang="en-ZA" dirty="0" err="1">
                <a:solidFill>
                  <a:schemeClr val="bg1"/>
                </a:solidFill>
              </a:rPr>
              <a:t>fosa</a:t>
            </a:r>
            <a:r>
              <a:rPr lang="en-ZA" dirty="0">
                <a:solidFill>
                  <a:schemeClr val="bg1"/>
                </a:solidFill>
              </a:rPr>
              <a:t> go </a:t>
            </a:r>
            <a:r>
              <a:rPr lang="en-ZA" dirty="0" err="1">
                <a:solidFill>
                  <a:schemeClr val="bg1"/>
                </a:solidFill>
              </a:rPr>
              <a:t>tlhalosa</a:t>
            </a:r>
            <a:r>
              <a:rPr lang="en-ZA" dirty="0">
                <a:solidFill>
                  <a:schemeClr val="bg1"/>
                </a:solidFill>
              </a:rPr>
              <a:t> </a:t>
            </a:r>
            <a:r>
              <a:rPr lang="en-ZA" dirty="0" err="1">
                <a:solidFill>
                  <a:schemeClr val="bg1"/>
                </a:solidFill>
              </a:rPr>
              <a:t>pharologanyo</a:t>
            </a:r>
            <a:r>
              <a:rPr lang="en-ZA" dirty="0">
                <a:solidFill>
                  <a:schemeClr val="bg1"/>
                </a:solidFill>
              </a:rPr>
              <a:t> </a:t>
            </a:r>
            <a:r>
              <a:rPr lang="en-ZA" dirty="0" err="1">
                <a:solidFill>
                  <a:schemeClr val="bg1"/>
                </a:solidFill>
              </a:rPr>
              <a:t>magareng</a:t>
            </a:r>
            <a:r>
              <a:rPr lang="en-ZA" dirty="0">
                <a:solidFill>
                  <a:schemeClr val="bg1"/>
                </a:solidFill>
              </a:rPr>
              <a:t> ga virus le bacteria </a:t>
            </a:r>
            <a:r>
              <a:rPr lang="en-ZA" dirty="0" err="1">
                <a:solidFill>
                  <a:schemeClr val="bg1"/>
                </a:solidFill>
              </a:rPr>
              <a:t>mo</a:t>
            </a:r>
            <a:r>
              <a:rPr lang="en-ZA" dirty="0">
                <a:solidFill>
                  <a:schemeClr val="bg1"/>
                </a:solidFill>
              </a:rPr>
              <a:t> Life Sciences. Leka go </a:t>
            </a:r>
            <a:r>
              <a:rPr lang="en-ZA" dirty="0" err="1">
                <a:solidFill>
                  <a:schemeClr val="bg1"/>
                </a:solidFill>
              </a:rPr>
              <a:t>ithuta</a:t>
            </a:r>
            <a:r>
              <a:rPr lang="en-ZA" dirty="0">
                <a:solidFill>
                  <a:schemeClr val="bg1"/>
                </a:solidFill>
              </a:rPr>
              <a:t> gape ka </a:t>
            </a:r>
            <a:r>
              <a:rPr lang="en-ZA" dirty="0" err="1">
                <a:solidFill>
                  <a:schemeClr val="bg1"/>
                </a:solidFill>
              </a:rPr>
              <a:t>tsone</a:t>
            </a:r>
            <a:r>
              <a:rPr lang="en-ZA" dirty="0">
                <a:solidFill>
                  <a:schemeClr val="bg1"/>
                </a:solidFill>
              </a:rPr>
              <a:t>.</a:t>
            </a:r>
          </a:p>
          <a:p>
            <a:endParaRPr lang="en-Z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3079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Grey circuit connection on black background. 28863373 Vector Art at Vecteezy">
            <a:extLst>
              <a:ext uri="{FF2B5EF4-FFF2-40B4-BE49-F238E27FC236}">
                <a16:creationId xmlns:a16="http://schemas.microsoft.com/office/drawing/2014/main" id="{E93088C9-1F8A-B5C9-5E0A-937F68DE7E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15" r="20124" b="1"/>
          <a:stretch>
            <a:fillRect/>
          </a:stretch>
        </p:blipFill>
        <p:spPr bwMode="auto">
          <a:xfrm rot="9186132">
            <a:off x="-382525" y="380998"/>
            <a:ext cx="6858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D96FDFD-4E42-4A06-B8B5-768A1DB9C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CC97BE-C555-01D4-4E35-4DF9031E40C5}"/>
              </a:ext>
            </a:extLst>
          </p:cNvPr>
          <p:cNvSpPr txBox="1">
            <a:spLocks/>
          </p:cNvSpPr>
          <p:nvPr/>
        </p:nvSpPr>
        <p:spPr>
          <a:xfrm>
            <a:off x="971368" y="115510"/>
            <a:ext cx="6125964" cy="19068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b="1" kern="1200" dirty="0">
                <a:solidFill>
                  <a:schemeClr val="bg1"/>
                </a:solidFill>
                <a:latin typeface="Montserrat" panose="00000500000000000000" pitchFamily="2" charset="0"/>
              </a:rPr>
              <a:t>Project Goal:</a:t>
            </a:r>
          </a:p>
          <a:p>
            <a:pPr>
              <a:spcAft>
                <a:spcPts val="600"/>
              </a:spcAft>
            </a:pPr>
            <a:endParaRPr lang="en-US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D6C5509-17D5-EE69-508F-0E5DB13A3F08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971368" y="1531951"/>
            <a:ext cx="4114801" cy="49262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None/>
            </a:pPr>
            <a:r>
              <a:rPr lang="en-GB" sz="1200" dirty="0">
                <a:solidFill>
                  <a:schemeClr val="bg1"/>
                </a:solidFill>
                <a:latin typeface="Montserrat" panose="00000500000000000000" pitchFamily="2" charset="0"/>
              </a:rPr>
              <a:t>Leverage systematic prompt engineering to create a diverse Setswana Feedback dataset, which is then used to fine-tune a </a:t>
            </a:r>
            <a:r>
              <a:rPr lang="en-GB" sz="1200" dirty="0" err="1">
                <a:solidFill>
                  <a:schemeClr val="bg1"/>
                </a:solidFill>
                <a:latin typeface="Montserrat" panose="00000500000000000000" pitchFamily="2" charset="0"/>
              </a:rPr>
              <a:t>subword</a:t>
            </a:r>
            <a:r>
              <a:rPr lang="en-GB" sz="1200" dirty="0">
                <a:solidFill>
                  <a:schemeClr val="bg1"/>
                </a:solidFill>
                <a:latin typeface="Montserrat" panose="00000500000000000000" pitchFamily="2" charset="0"/>
              </a:rPr>
              <a:t>-aware XLM-</a:t>
            </a:r>
            <a:r>
              <a:rPr lang="en-GB" sz="1200" dirty="0" err="1">
                <a:solidFill>
                  <a:schemeClr val="bg1"/>
                </a:solidFill>
                <a:latin typeface="Montserrat" panose="00000500000000000000" pitchFamily="2" charset="0"/>
              </a:rPr>
              <a:t>RoBERTa</a:t>
            </a:r>
            <a:r>
              <a:rPr lang="en-GB" sz="1200" dirty="0">
                <a:solidFill>
                  <a:schemeClr val="bg1"/>
                </a:solidFill>
                <a:latin typeface="Montserrat" panose="00000500000000000000" pitchFamily="2" charset="0"/>
              </a:rPr>
              <a:t> model for automated feedback quality assessment across six pedagogically relevant educational dimensions: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GB" sz="1200" b="1" dirty="0">
                <a:solidFill>
                  <a:schemeClr val="bg1"/>
                </a:solidFill>
                <a:latin typeface="Montserrat" panose="00000500000000000000" pitchFamily="2" charset="0"/>
              </a:rPr>
              <a:t>Constructive</a:t>
            </a:r>
            <a:r>
              <a:rPr lang="en-GB" sz="1200" dirty="0">
                <a:solidFill>
                  <a:schemeClr val="bg1"/>
                </a:solidFill>
                <a:latin typeface="Montserrat" panose="00000500000000000000" pitchFamily="2" charset="0"/>
              </a:rPr>
              <a:t> — provides actionable suggestions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GB" sz="1200" b="1" dirty="0">
                <a:solidFill>
                  <a:schemeClr val="bg1"/>
                </a:solidFill>
                <a:latin typeface="Montserrat" panose="00000500000000000000" pitchFamily="2" charset="0"/>
              </a:rPr>
              <a:t>Encouraging </a:t>
            </a:r>
            <a:r>
              <a:rPr lang="en-GB" sz="1200" dirty="0">
                <a:solidFill>
                  <a:schemeClr val="bg1"/>
                </a:solidFill>
                <a:latin typeface="Montserrat" panose="00000500000000000000" pitchFamily="2" charset="0"/>
              </a:rPr>
              <a:t>— offers praise or emotional support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GB" sz="1200" b="1" dirty="0">
                <a:solidFill>
                  <a:schemeClr val="bg1"/>
                </a:solidFill>
                <a:latin typeface="Montserrat" panose="00000500000000000000" pitchFamily="2" charset="0"/>
              </a:rPr>
              <a:t>Polite</a:t>
            </a:r>
            <a:r>
              <a:rPr lang="en-GB" sz="1200" dirty="0">
                <a:solidFill>
                  <a:schemeClr val="bg1"/>
                </a:solidFill>
                <a:latin typeface="Montserrat" panose="00000500000000000000" pitchFamily="2" charset="0"/>
              </a:rPr>
              <a:t> — uses respectful language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GB" sz="1200" b="1" dirty="0">
                <a:solidFill>
                  <a:schemeClr val="bg1"/>
                </a:solidFill>
                <a:latin typeface="Montserrat" panose="00000500000000000000" pitchFamily="2" charset="0"/>
              </a:rPr>
              <a:t>Relevant</a:t>
            </a:r>
            <a:r>
              <a:rPr lang="en-GB" sz="1200" dirty="0">
                <a:solidFill>
                  <a:schemeClr val="bg1"/>
                </a:solidFill>
                <a:latin typeface="Montserrat" panose="00000500000000000000" pitchFamily="2" charset="0"/>
              </a:rPr>
              <a:t> — addresses the student’s work directly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GB" sz="1200" b="1" dirty="0">
                <a:solidFill>
                  <a:schemeClr val="bg1"/>
                </a:solidFill>
                <a:latin typeface="Montserrat" panose="00000500000000000000" pitchFamily="2" charset="0"/>
              </a:rPr>
              <a:t>Concise</a:t>
            </a:r>
            <a:r>
              <a:rPr lang="en-GB" sz="1200" dirty="0">
                <a:solidFill>
                  <a:schemeClr val="bg1"/>
                </a:solidFill>
                <a:latin typeface="Montserrat" panose="00000500000000000000" pitchFamily="2" charset="0"/>
              </a:rPr>
              <a:t> — avoids verbosity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GB" sz="1200" b="1" dirty="0">
                <a:solidFill>
                  <a:schemeClr val="bg1"/>
                </a:solidFill>
                <a:latin typeface="Montserrat" panose="00000500000000000000" pitchFamily="2" charset="0"/>
              </a:rPr>
              <a:t>Corrective</a:t>
            </a:r>
            <a:r>
              <a:rPr lang="en-GB" sz="1200" dirty="0">
                <a:solidFill>
                  <a:schemeClr val="bg1"/>
                </a:solidFill>
                <a:latin typeface="Montserrat" panose="00000500000000000000" pitchFamily="2" charset="0"/>
              </a:rPr>
              <a:t> — clearly identifies errors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GB" sz="1200" dirty="0">
                <a:solidFill>
                  <a:schemeClr val="bg1"/>
                </a:solidFill>
                <a:latin typeface="Montserrat" panose="00000500000000000000" pitchFamily="2" charset="0"/>
              </a:rPr>
              <a:t>The aim is to support the delivery of high-quality, home-language feedback to students in African language schools by providing a way to cost effectively evaluated generated and real-world teacher feedback.</a:t>
            </a:r>
          </a:p>
        </p:txBody>
      </p:sp>
      <p:pic>
        <p:nvPicPr>
          <p:cNvPr id="4" name="Picture 6" descr="Road Map To Success Images – Browse 25,167 Stock Photos, Vectors, and Video  | Adobe Stock">
            <a:extLst>
              <a:ext uri="{FF2B5EF4-FFF2-40B4-BE49-F238E27FC236}">
                <a16:creationId xmlns:a16="http://schemas.microsoft.com/office/drawing/2014/main" id="{820A472F-5EAB-1A0E-3DCB-CF9654EB82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41" r="5667" b="2"/>
          <a:stretch>
            <a:fillRect/>
          </a:stretch>
        </p:blipFill>
        <p:spPr bwMode="auto">
          <a:xfrm>
            <a:off x="8466219" y="3694716"/>
            <a:ext cx="3747932" cy="3176541"/>
          </a:xfrm>
          <a:custGeom>
            <a:avLst/>
            <a:gdLst/>
            <a:ahLst/>
            <a:cxnLst/>
            <a:rect l="l" t="t" r="r" b="b"/>
            <a:pathLst>
              <a:path w="3747932" h="3176541">
                <a:moveTo>
                  <a:pt x="3239865" y="21"/>
                </a:moveTo>
                <a:cubicBezTo>
                  <a:pt x="3261821" y="112"/>
                  <a:pt x="3278837" y="498"/>
                  <a:pt x="3290337" y="938"/>
                </a:cubicBezTo>
                <a:cubicBezTo>
                  <a:pt x="3401766" y="5376"/>
                  <a:pt x="3510165" y="23128"/>
                  <a:pt x="3616543" y="49449"/>
                </a:cubicBezTo>
                <a:lnTo>
                  <a:pt x="3747932" y="87091"/>
                </a:lnTo>
                <a:lnTo>
                  <a:pt x="3747932" y="3176541"/>
                </a:lnTo>
                <a:lnTo>
                  <a:pt x="401358" y="3176541"/>
                </a:lnTo>
                <a:lnTo>
                  <a:pt x="398780" y="3136258"/>
                </a:lnTo>
                <a:cubicBezTo>
                  <a:pt x="400956" y="3079023"/>
                  <a:pt x="437945" y="3052703"/>
                  <a:pt x="483325" y="3030665"/>
                </a:cubicBezTo>
                <a:cubicBezTo>
                  <a:pt x="498866" y="3023015"/>
                  <a:pt x="520932" y="3023320"/>
                  <a:pt x="526840" y="2999447"/>
                </a:cubicBezTo>
                <a:cubicBezTo>
                  <a:pt x="501352" y="2976798"/>
                  <a:pt x="470270" y="2995161"/>
                  <a:pt x="442916" y="2988735"/>
                </a:cubicBezTo>
                <a:cubicBezTo>
                  <a:pt x="420228" y="2983533"/>
                  <a:pt x="382618" y="2986286"/>
                  <a:pt x="413701" y="2944662"/>
                </a:cubicBezTo>
                <a:cubicBezTo>
                  <a:pt x="422716" y="2932726"/>
                  <a:pt x="412147" y="2923542"/>
                  <a:pt x="400645" y="2922625"/>
                </a:cubicBezTo>
                <a:cubicBezTo>
                  <a:pt x="308644" y="2913137"/>
                  <a:pt x="350915" y="2828968"/>
                  <a:pt x="321386" y="2784590"/>
                </a:cubicBezTo>
                <a:cubicBezTo>
                  <a:pt x="313307" y="2772348"/>
                  <a:pt x="322010" y="2751230"/>
                  <a:pt x="334753" y="2746027"/>
                </a:cubicBezTo>
                <a:cubicBezTo>
                  <a:pt x="416187" y="2711746"/>
                  <a:pt x="427377" y="2630027"/>
                  <a:pt x="466852" y="2559632"/>
                </a:cubicBezTo>
                <a:cubicBezTo>
                  <a:pt x="423957" y="2531782"/>
                  <a:pt x="372673" y="2525661"/>
                  <a:pt x="326361" y="2507602"/>
                </a:cubicBezTo>
                <a:cubicBezTo>
                  <a:pt x="278183" y="2488626"/>
                  <a:pt x="278183" y="2474547"/>
                  <a:pt x="317968" y="2419457"/>
                </a:cubicBezTo>
                <a:cubicBezTo>
                  <a:pt x="214465" y="2407519"/>
                  <a:pt x="214465" y="2407519"/>
                  <a:pt x="246479" y="2320903"/>
                </a:cubicBezTo>
                <a:cubicBezTo>
                  <a:pt x="159758" y="2312945"/>
                  <a:pt x="102570" y="2271933"/>
                  <a:pt x="89205" y="2182255"/>
                </a:cubicBezTo>
                <a:cubicBezTo>
                  <a:pt x="82677" y="2138795"/>
                  <a:pt x="43514" y="2118290"/>
                  <a:pt x="0" y="2089213"/>
                </a:cubicBezTo>
                <a:cubicBezTo>
                  <a:pt x="54081" y="2061053"/>
                  <a:pt x="90759" y="2002290"/>
                  <a:pt x="153855" y="2064423"/>
                </a:cubicBezTo>
                <a:cubicBezTo>
                  <a:pt x="176855" y="2087070"/>
                  <a:pt x="174683" y="2058300"/>
                  <a:pt x="177788" y="2050037"/>
                </a:cubicBezTo>
                <a:cubicBezTo>
                  <a:pt x="185247" y="2029838"/>
                  <a:pt x="169707" y="2016369"/>
                  <a:pt x="159450" y="2001067"/>
                </a:cubicBezTo>
                <a:cubicBezTo>
                  <a:pt x="149504" y="1985763"/>
                  <a:pt x="137691" y="1969543"/>
                  <a:pt x="134895" y="1952400"/>
                </a:cubicBezTo>
                <a:cubicBezTo>
                  <a:pt x="133031" y="1940465"/>
                  <a:pt x="142044" y="1923021"/>
                  <a:pt x="151990" y="1914144"/>
                </a:cubicBezTo>
                <a:cubicBezTo>
                  <a:pt x="204209" y="1867316"/>
                  <a:pt x="173127" y="1762030"/>
                  <a:pt x="271969" y="1748562"/>
                </a:cubicBezTo>
                <a:cubicBezTo>
                  <a:pt x="316415" y="1742443"/>
                  <a:pt x="337860" y="1703878"/>
                  <a:pt x="370497" y="1682760"/>
                </a:cubicBezTo>
                <a:cubicBezTo>
                  <a:pt x="483946" y="1608999"/>
                  <a:pt x="559787" y="1514119"/>
                  <a:pt x="594908" y="1383735"/>
                </a:cubicBezTo>
                <a:cubicBezTo>
                  <a:pt x="604543" y="1347620"/>
                  <a:pt x="641532" y="1318542"/>
                  <a:pt x="665465" y="1286713"/>
                </a:cubicBezTo>
                <a:cubicBezTo>
                  <a:pt x="653963" y="1263452"/>
                  <a:pt x="591178" y="1313647"/>
                  <a:pt x="613246" y="1252435"/>
                </a:cubicBezTo>
                <a:cubicBezTo>
                  <a:pt x="630030" y="1206524"/>
                  <a:pt x="672925" y="1178060"/>
                  <a:pt x="713332" y="1150820"/>
                </a:cubicBezTo>
                <a:cubicBezTo>
                  <a:pt x="759333" y="1119908"/>
                  <a:pt x="810307" y="1095117"/>
                  <a:pt x="831133" y="1037883"/>
                </a:cubicBezTo>
                <a:cubicBezTo>
                  <a:pt x="835485" y="1025640"/>
                  <a:pt x="849470" y="1012785"/>
                  <a:pt x="861903" y="1007887"/>
                </a:cubicBezTo>
                <a:cubicBezTo>
                  <a:pt x="1469751" y="63584"/>
                  <a:pt x="2910527" y="-1353"/>
                  <a:pt x="3239865" y="21"/>
                </a:cubicBezTo>
                <a:close/>
              </a:path>
            </a:pathLst>
          </a:custGeom>
          <a:noFill/>
          <a:ln w="9525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Creating a Digital Blueprint: The Ultimate Guide">
            <a:extLst>
              <a:ext uri="{FF2B5EF4-FFF2-40B4-BE49-F238E27FC236}">
                <a16:creationId xmlns:a16="http://schemas.microsoft.com/office/drawing/2014/main" id="{CC1C6870-E49E-893C-1210-A6BD5399B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6" b="-9"/>
          <a:stretch>
            <a:fillRect/>
          </a:stretch>
        </p:blipFill>
        <p:spPr bwMode="auto">
          <a:xfrm>
            <a:off x="5398276" y="2457970"/>
            <a:ext cx="3458367" cy="3476265"/>
          </a:xfrm>
          <a:custGeom>
            <a:avLst/>
            <a:gdLst/>
            <a:ahLst/>
            <a:cxnLst/>
            <a:rect l="l" t="t" r="r" b="b"/>
            <a:pathLst>
              <a:path w="3458367" h="3476265">
                <a:moveTo>
                  <a:pt x="549716" y="15"/>
                </a:moveTo>
                <a:cubicBezTo>
                  <a:pt x="557611" y="271"/>
                  <a:pt x="565778" y="3856"/>
                  <a:pt x="573176" y="4995"/>
                </a:cubicBezTo>
                <a:cubicBezTo>
                  <a:pt x="736504" y="30493"/>
                  <a:pt x="899830" y="58040"/>
                  <a:pt x="1063336" y="82398"/>
                </a:cubicBezTo>
                <a:cubicBezTo>
                  <a:pt x="1216195" y="105163"/>
                  <a:pt x="1370136" y="110398"/>
                  <a:pt x="1523717" y="122237"/>
                </a:cubicBezTo>
                <a:cubicBezTo>
                  <a:pt x="1709602" y="136580"/>
                  <a:pt x="1895127" y="156841"/>
                  <a:pt x="2079929" y="188711"/>
                </a:cubicBezTo>
                <a:cubicBezTo>
                  <a:pt x="2208244" y="211023"/>
                  <a:pt x="2337823" y="226502"/>
                  <a:pt x="2467943" y="208745"/>
                </a:cubicBezTo>
                <a:cubicBezTo>
                  <a:pt x="2474439" y="207834"/>
                  <a:pt x="2481839" y="204876"/>
                  <a:pt x="2487253" y="207834"/>
                </a:cubicBezTo>
                <a:cubicBezTo>
                  <a:pt x="2550419" y="241073"/>
                  <a:pt x="2619357" y="217168"/>
                  <a:pt x="2684869" y="238113"/>
                </a:cubicBezTo>
                <a:cubicBezTo>
                  <a:pt x="2668085" y="318930"/>
                  <a:pt x="2596077" y="312327"/>
                  <a:pt x="2555471" y="368331"/>
                </a:cubicBezTo>
                <a:cubicBezTo>
                  <a:pt x="2621704" y="390639"/>
                  <a:pt x="2681259" y="413178"/>
                  <a:pt x="2741717" y="430023"/>
                </a:cubicBezTo>
                <a:cubicBezTo>
                  <a:pt x="2805785" y="447780"/>
                  <a:pt x="2860106" y="495816"/>
                  <a:pt x="2922728" y="517216"/>
                </a:cubicBezTo>
                <a:cubicBezTo>
                  <a:pt x="2936085" y="521769"/>
                  <a:pt x="2952146" y="537704"/>
                  <a:pt x="2956838" y="553184"/>
                </a:cubicBezTo>
                <a:cubicBezTo>
                  <a:pt x="2971997" y="603269"/>
                  <a:pt x="3274647" y="743732"/>
                  <a:pt x="3238914" y="788350"/>
                </a:cubicBezTo>
                <a:cubicBezTo>
                  <a:pt x="3224116" y="806791"/>
                  <a:pt x="3204986" y="819994"/>
                  <a:pt x="3184953" y="838207"/>
                </a:cubicBezTo>
                <a:cubicBezTo>
                  <a:pt x="3215093" y="872582"/>
                  <a:pt x="3249020" y="887608"/>
                  <a:pt x="3285115" y="897852"/>
                </a:cubicBezTo>
                <a:cubicBezTo>
                  <a:pt x="3295944" y="901039"/>
                  <a:pt x="3306591" y="907413"/>
                  <a:pt x="3307674" y="922894"/>
                </a:cubicBezTo>
                <a:cubicBezTo>
                  <a:pt x="3308757" y="939056"/>
                  <a:pt x="3297748" y="945429"/>
                  <a:pt x="3288544" y="952944"/>
                </a:cubicBezTo>
                <a:cubicBezTo>
                  <a:pt x="3275731" y="963415"/>
                  <a:pt x="3263278" y="972523"/>
                  <a:pt x="3247036" y="973888"/>
                </a:cubicBezTo>
                <a:cubicBezTo>
                  <a:pt x="3220325" y="975937"/>
                  <a:pt x="3207513" y="1005076"/>
                  <a:pt x="3191993" y="1026930"/>
                </a:cubicBezTo>
                <a:cubicBezTo>
                  <a:pt x="3183330" y="1039224"/>
                  <a:pt x="3178998" y="1064037"/>
                  <a:pt x="3194157" y="1068363"/>
                </a:cubicBezTo>
                <a:cubicBezTo>
                  <a:pt x="3230613" y="1078837"/>
                  <a:pt x="3227725" y="1109114"/>
                  <a:pt x="3226824" y="1143489"/>
                </a:cubicBezTo>
                <a:cubicBezTo>
                  <a:pt x="3225560" y="1186061"/>
                  <a:pt x="3204083" y="1205638"/>
                  <a:pt x="3177734" y="1222030"/>
                </a:cubicBezTo>
                <a:cubicBezTo>
                  <a:pt x="3168711" y="1227720"/>
                  <a:pt x="3155898" y="1227493"/>
                  <a:pt x="3152469" y="1245250"/>
                </a:cubicBezTo>
                <a:cubicBezTo>
                  <a:pt x="3167267" y="1262097"/>
                  <a:pt x="3185314" y="1248439"/>
                  <a:pt x="3201197" y="1253218"/>
                </a:cubicBezTo>
                <a:cubicBezTo>
                  <a:pt x="3214370" y="1257088"/>
                  <a:pt x="3236208" y="1255040"/>
                  <a:pt x="3218160" y="1286000"/>
                </a:cubicBezTo>
                <a:cubicBezTo>
                  <a:pt x="3212926" y="1294878"/>
                  <a:pt x="3219062" y="1301709"/>
                  <a:pt x="3225741" y="1302392"/>
                </a:cubicBezTo>
                <a:cubicBezTo>
                  <a:pt x="3279159" y="1309449"/>
                  <a:pt x="3254615" y="1372054"/>
                  <a:pt x="3271761" y="1405063"/>
                </a:cubicBezTo>
                <a:cubicBezTo>
                  <a:pt x="3276452" y="1414169"/>
                  <a:pt x="3271399" y="1429877"/>
                  <a:pt x="3263999" y="1433747"/>
                </a:cubicBezTo>
                <a:cubicBezTo>
                  <a:pt x="3216716" y="1459245"/>
                  <a:pt x="3210220" y="1520028"/>
                  <a:pt x="3187299" y="1572389"/>
                </a:cubicBezTo>
                <a:cubicBezTo>
                  <a:pt x="3212205" y="1593104"/>
                  <a:pt x="3241982" y="1597657"/>
                  <a:pt x="3268872" y="1611089"/>
                </a:cubicBezTo>
                <a:cubicBezTo>
                  <a:pt x="3296846" y="1625204"/>
                  <a:pt x="3296846" y="1635676"/>
                  <a:pt x="3273746" y="1676653"/>
                </a:cubicBezTo>
                <a:cubicBezTo>
                  <a:pt x="3333842" y="1685532"/>
                  <a:pt x="3333842" y="1685532"/>
                  <a:pt x="3315254" y="1749957"/>
                </a:cubicBezTo>
                <a:cubicBezTo>
                  <a:pt x="3365607" y="1755877"/>
                  <a:pt x="3398812" y="1786382"/>
                  <a:pt x="3406572" y="1853085"/>
                </a:cubicBezTo>
                <a:cubicBezTo>
                  <a:pt x="3410362" y="1885411"/>
                  <a:pt x="3433101" y="1900663"/>
                  <a:pt x="3458367" y="1922291"/>
                </a:cubicBezTo>
                <a:cubicBezTo>
                  <a:pt x="3426966" y="1943236"/>
                  <a:pt x="3405669" y="1986945"/>
                  <a:pt x="3369034" y="1940730"/>
                </a:cubicBezTo>
                <a:cubicBezTo>
                  <a:pt x="3355680" y="1923885"/>
                  <a:pt x="3356941" y="1945284"/>
                  <a:pt x="3355138" y="1951430"/>
                </a:cubicBezTo>
                <a:cubicBezTo>
                  <a:pt x="3350807" y="1966455"/>
                  <a:pt x="3359830" y="1976472"/>
                  <a:pt x="3365786" y="1987854"/>
                </a:cubicBezTo>
                <a:cubicBezTo>
                  <a:pt x="3371561" y="1999237"/>
                  <a:pt x="3378420" y="2011302"/>
                  <a:pt x="3380043" y="2024054"/>
                </a:cubicBezTo>
                <a:cubicBezTo>
                  <a:pt x="3381125" y="2032931"/>
                  <a:pt x="3375892" y="2045905"/>
                  <a:pt x="3370117" y="2052509"/>
                </a:cubicBezTo>
                <a:cubicBezTo>
                  <a:pt x="3339797" y="2087340"/>
                  <a:pt x="3357844" y="2165652"/>
                  <a:pt x="3300454" y="2175670"/>
                </a:cubicBezTo>
                <a:cubicBezTo>
                  <a:pt x="3274647" y="2180221"/>
                  <a:pt x="3262195" y="2208906"/>
                  <a:pt x="3243246" y="2224614"/>
                </a:cubicBezTo>
                <a:cubicBezTo>
                  <a:pt x="3177374" y="2279478"/>
                  <a:pt x="3133338" y="2350051"/>
                  <a:pt x="3112946" y="2447031"/>
                </a:cubicBezTo>
                <a:cubicBezTo>
                  <a:pt x="3107352" y="2473894"/>
                  <a:pt x="3085875" y="2495522"/>
                  <a:pt x="3071979" y="2519197"/>
                </a:cubicBezTo>
                <a:cubicBezTo>
                  <a:pt x="3078657" y="2536499"/>
                  <a:pt x="3115112" y="2499164"/>
                  <a:pt x="3102298" y="2544694"/>
                </a:cubicBezTo>
                <a:cubicBezTo>
                  <a:pt x="3092553" y="2578843"/>
                  <a:pt x="3067647" y="2600014"/>
                  <a:pt x="3044185" y="2620276"/>
                </a:cubicBezTo>
                <a:cubicBezTo>
                  <a:pt x="3017476" y="2643268"/>
                  <a:pt x="2987879" y="2661708"/>
                  <a:pt x="2975787" y="2704279"/>
                </a:cubicBezTo>
                <a:cubicBezTo>
                  <a:pt x="2973260" y="2713386"/>
                  <a:pt x="2965140" y="2722947"/>
                  <a:pt x="2957921" y="2726591"/>
                </a:cubicBezTo>
                <a:cubicBezTo>
                  <a:pt x="2581458" y="3475797"/>
                  <a:pt x="1654740" y="3480805"/>
                  <a:pt x="1547901" y="3475568"/>
                </a:cubicBezTo>
                <a:cubicBezTo>
                  <a:pt x="1418503" y="3468966"/>
                  <a:pt x="1296143" y="3422753"/>
                  <a:pt x="1176132" y="3365156"/>
                </a:cubicBezTo>
                <a:cubicBezTo>
                  <a:pt x="1125418" y="3340797"/>
                  <a:pt x="1078316" y="3306195"/>
                  <a:pt x="1029045" y="3279332"/>
                </a:cubicBezTo>
                <a:cubicBezTo>
                  <a:pt x="961009" y="3242223"/>
                  <a:pt x="908492" y="3171424"/>
                  <a:pt x="840634" y="3141601"/>
                </a:cubicBezTo>
                <a:cubicBezTo>
                  <a:pt x="770793" y="3110867"/>
                  <a:pt x="711057" y="3054638"/>
                  <a:pt x="639229" y="3030734"/>
                </a:cubicBezTo>
                <a:cubicBezTo>
                  <a:pt x="601330" y="3017985"/>
                  <a:pt x="564695" y="2994993"/>
                  <a:pt x="570649" y="2929200"/>
                </a:cubicBezTo>
                <a:cubicBezTo>
                  <a:pt x="572274" y="2910532"/>
                  <a:pt x="562349" y="2895282"/>
                  <a:pt x="546647" y="2900745"/>
                </a:cubicBezTo>
                <a:cubicBezTo>
                  <a:pt x="516690" y="2910989"/>
                  <a:pt x="503154" y="2883898"/>
                  <a:pt x="486550" y="2863636"/>
                </a:cubicBezTo>
                <a:cubicBezTo>
                  <a:pt x="456953" y="2827667"/>
                  <a:pt x="428801" y="2789422"/>
                  <a:pt x="381697" y="2783503"/>
                </a:cubicBezTo>
                <a:cubicBezTo>
                  <a:pt x="390720" y="2755272"/>
                  <a:pt x="406060" y="2759371"/>
                  <a:pt x="420137" y="2765290"/>
                </a:cubicBezTo>
                <a:cubicBezTo>
                  <a:pt x="457133" y="2780772"/>
                  <a:pt x="493769" y="2798300"/>
                  <a:pt x="530765" y="2813781"/>
                </a:cubicBezTo>
                <a:cubicBezTo>
                  <a:pt x="554948" y="2823799"/>
                  <a:pt x="578952" y="2837912"/>
                  <a:pt x="611257" y="2826755"/>
                </a:cubicBezTo>
                <a:cubicBezTo>
                  <a:pt x="583463" y="2769843"/>
                  <a:pt x="536180" y="2759598"/>
                  <a:pt x="497920" y="2742071"/>
                </a:cubicBezTo>
                <a:cubicBezTo>
                  <a:pt x="450096" y="2719988"/>
                  <a:pt x="421942" y="2678326"/>
                  <a:pt x="388193" y="2631885"/>
                </a:cubicBezTo>
                <a:cubicBezTo>
                  <a:pt x="423386" y="2620730"/>
                  <a:pt x="445223" y="2654879"/>
                  <a:pt x="472834" y="2653056"/>
                </a:cubicBezTo>
                <a:cubicBezTo>
                  <a:pt x="474279" y="2647140"/>
                  <a:pt x="476804" y="2638488"/>
                  <a:pt x="476444" y="2638259"/>
                </a:cubicBezTo>
                <a:cubicBezTo>
                  <a:pt x="431326" y="2612763"/>
                  <a:pt x="410211" y="2564956"/>
                  <a:pt x="403173" y="2507131"/>
                </a:cubicBezTo>
                <a:cubicBezTo>
                  <a:pt x="399563" y="2477310"/>
                  <a:pt x="383140" y="2467976"/>
                  <a:pt x="366897" y="2454316"/>
                </a:cubicBezTo>
                <a:cubicBezTo>
                  <a:pt x="310230" y="2405826"/>
                  <a:pt x="250314" y="2361890"/>
                  <a:pt x="203752" y="2295188"/>
                </a:cubicBezTo>
                <a:cubicBezTo>
                  <a:pt x="257532" y="2304066"/>
                  <a:pt x="300665" y="2347547"/>
                  <a:pt x="358597" y="2366215"/>
                </a:cubicBezTo>
                <a:cubicBezTo>
                  <a:pt x="312577" y="2292910"/>
                  <a:pt x="253020" y="2255803"/>
                  <a:pt x="198698" y="2211409"/>
                </a:cubicBezTo>
                <a:cubicBezTo>
                  <a:pt x="173974" y="2191149"/>
                  <a:pt x="151055" y="2165197"/>
                  <a:pt x="121097" y="2154269"/>
                </a:cubicBezTo>
                <a:cubicBezTo>
                  <a:pt x="110448" y="2150400"/>
                  <a:pt x="92943" y="2142204"/>
                  <a:pt x="101425" y="2120577"/>
                </a:cubicBezTo>
                <a:cubicBezTo>
                  <a:pt x="108643" y="2102593"/>
                  <a:pt x="122900" y="2108055"/>
                  <a:pt x="135895" y="2113292"/>
                </a:cubicBezTo>
                <a:cubicBezTo>
                  <a:pt x="167116" y="2126269"/>
                  <a:pt x="199421" y="2126495"/>
                  <a:pt x="241652" y="2126269"/>
                </a:cubicBezTo>
                <a:cubicBezTo>
                  <a:pt x="206279" y="2066851"/>
                  <a:pt x="141489" y="2084608"/>
                  <a:pt x="111170" y="2022231"/>
                </a:cubicBezTo>
                <a:cubicBezTo>
                  <a:pt x="149069" y="2011302"/>
                  <a:pt x="178305" y="2033841"/>
                  <a:pt x="208987" y="2038166"/>
                </a:cubicBezTo>
                <a:cubicBezTo>
                  <a:pt x="236777" y="2042036"/>
                  <a:pt x="243636" y="2031565"/>
                  <a:pt x="237139" y="1997188"/>
                </a:cubicBezTo>
                <a:cubicBezTo>
                  <a:pt x="227034" y="1943690"/>
                  <a:pt x="242193" y="1916371"/>
                  <a:pt x="282618" y="1930941"/>
                </a:cubicBezTo>
                <a:cubicBezTo>
                  <a:pt x="320155" y="1944601"/>
                  <a:pt x="324125" y="1924568"/>
                  <a:pt x="314019" y="1894062"/>
                </a:cubicBezTo>
                <a:cubicBezTo>
                  <a:pt x="299582" y="1849671"/>
                  <a:pt x="316004" y="1815295"/>
                  <a:pt x="327194" y="1777960"/>
                </a:cubicBezTo>
                <a:cubicBezTo>
                  <a:pt x="344339" y="1721045"/>
                  <a:pt x="337121" y="1693272"/>
                  <a:pt x="300123" y="1650929"/>
                </a:cubicBezTo>
                <a:cubicBezTo>
                  <a:pt x="279370" y="1627251"/>
                  <a:pt x="256992" y="1607219"/>
                  <a:pt x="226852" y="1586731"/>
                </a:cubicBezTo>
                <a:cubicBezTo>
                  <a:pt x="296334" y="1575576"/>
                  <a:pt x="223423" y="1538013"/>
                  <a:pt x="247968" y="1514564"/>
                </a:cubicBezTo>
                <a:cubicBezTo>
                  <a:pt x="297056" y="1505003"/>
                  <a:pt x="337121" y="1579673"/>
                  <a:pt x="403895" y="1558274"/>
                </a:cubicBezTo>
                <a:cubicBezTo>
                  <a:pt x="321420" y="1493619"/>
                  <a:pt x="230281" y="1472448"/>
                  <a:pt x="170546" y="1386396"/>
                </a:cubicBezTo>
                <a:cubicBezTo>
                  <a:pt x="184261" y="1366817"/>
                  <a:pt x="197977" y="1385030"/>
                  <a:pt x="209707" y="1377746"/>
                </a:cubicBezTo>
                <a:cubicBezTo>
                  <a:pt x="209346" y="1373192"/>
                  <a:pt x="210250" y="1366362"/>
                  <a:pt x="208083" y="1364314"/>
                </a:cubicBezTo>
                <a:cubicBezTo>
                  <a:pt x="163508" y="1317416"/>
                  <a:pt x="162784" y="1316279"/>
                  <a:pt x="210610" y="1281675"/>
                </a:cubicBezTo>
                <a:cubicBezTo>
                  <a:pt x="227394" y="1269609"/>
                  <a:pt x="225950" y="1258909"/>
                  <a:pt x="217108" y="1243657"/>
                </a:cubicBezTo>
                <a:cubicBezTo>
                  <a:pt x="210790" y="1232957"/>
                  <a:pt x="203211" y="1223395"/>
                  <a:pt x="206820" y="1199947"/>
                </a:cubicBezTo>
                <a:cubicBezTo>
                  <a:pt x="232988" y="1229998"/>
                  <a:pt x="359499" y="1220208"/>
                  <a:pt x="381877" y="1217021"/>
                </a:cubicBezTo>
                <a:cubicBezTo>
                  <a:pt x="406963" y="1213607"/>
                  <a:pt x="431688" y="1199037"/>
                  <a:pt x="458035" y="1207003"/>
                </a:cubicBezTo>
                <a:cubicBezTo>
                  <a:pt x="479150" y="1213381"/>
                  <a:pt x="576966" y="1275073"/>
                  <a:pt x="590863" y="1204273"/>
                </a:cubicBezTo>
                <a:cubicBezTo>
                  <a:pt x="591585" y="1200858"/>
                  <a:pt x="631107" y="1208826"/>
                  <a:pt x="652403" y="1212696"/>
                </a:cubicBezTo>
                <a:cubicBezTo>
                  <a:pt x="671172" y="1215883"/>
                  <a:pt x="692288" y="1229998"/>
                  <a:pt x="704920" y="1201769"/>
                </a:cubicBezTo>
                <a:cubicBezTo>
                  <a:pt x="712320" y="1185150"/>
                  <a:pt x="681820" y="1153051"/>
                  <a:pt x="654569" y="1150320"/>
                </a:cubicBezTo>
                <a:cubicBezTo>
                  <a:pt x="630926" y="1147814"/>
                  <a:pt x="606202" y="1144172"/>
                  <a:pt x="583643" y="1151001"/>
                </a:cubicBezTo>
                <a:cubicBezTo>
                  <a:pt x="555852" y="1159198"/>
                  <a:pt x="540873" y="1145995"/>
                  <a:pt x="533111" y="1117538"/>
                </a:cubicBezTo>
                <a:cubicBezTo>
                  <a:pt x="524450" y="1086122"/>
                  <a:pt x="507845" y="1071550"/>
                  <a:pt x="484926" y="1056980"/>
                </a:cubicBezTo>
                <a:cubicBezTo>
                  <a:pt x="429340" y="1021696"/>
                  <a:pt x="375921" y="980946"/>
                  <a:pt x="314922" y="960456"/>
                </a:cubicBezTo>
                <a:cubicBezTo>
                  <a:pt x="302830" y="956358"/>
                  <a:pt x="289476" y="950894"/>
                  <a:pt x="283881" y="923805"/>
                </a:cubicBezTo>
                <a:cubicBezTo>
                  <a:pt x="449013" y="964326"/>
                  <a:pt x="599526" y="1069958"/>
                  <a:pt x="769890" y="1063811"/>
                </a:cubicBezTo>
                <a:cubicBezTo>
                  <a:pt x="723329" y="1030346"/>
                  <a:pt x="669369" y="1028524"/>
                  <a:pt x="619738" y="1005076"/>
                </a:cubicBezTo>
                <a:cubicBezTo>
                  <a:pt x="654930" y="987546"/>
                  <a:pt x="687956" y="1005759"/>
                  <a:pt x="721344" y="1015777"/>
                </a:cubicBezTo>
                <a:cubicBezTo>
                  <a:pt x="749317" y="1023970"/>
                  <a:pt x="774583" y="1025337"/>
                  <a:pt x="777650" y="976393"/>
                </a:cubicBezTo>
                <a:cubicBezTo>
                  <a:pt x="776566" y="973205"/>
                  <a:pt x="776747" y="969107"/>
                  <a:pt x="776929" y="965238"/>
                </a:cubicBezTo>
                <a:cubicBezTo>
                  <a:pt x="767542" y="944976"/>
                  <a:pt x="752926" y="934504"/>
                  <a:pt x="735601" y="928584"/>
                </a:cubicBezTo>
                <a:cubicBezTo>
                  <a:pt x="725133" y="924942"/>
                  <a:pt x="711237" y="919478"/>
                  <a:pt x="711416" y="904909"/>
                </a:cubicBezTo>
                <a:cubicBezTo>
                  <a:pt x="711958" y="850955"/>
                  <a:pt x="678571" y="835246"/>
                  <a:pt x="645185" y="819539"/>
                </a:cubicBezTo>
                <a:cubicBezTo>
                  <a:pt x="663773" y="792676"/>
                  <a:pt x="678391" y="812481"/>
                  <a:pt x="692468" y="810433"/>
                </a:cubicBezTo>
                <a:cubicBezTo>
                  <a:pt x="701672" y="809067"/>
                  <a:pt x="709973" y="806563"/>
                  <a:pt x="709973" y="792676"/>
                </a:cubicBezTo>
                <a:cubicBezTo>
                  <a:pt x="710154" y="781065"/>
                  <a:pt x="705822" y="767861"/>
                  <a:pt x="696799" y="767635"/>
                </a:cubicBezTo>
                <a:cubicBezTo>
                  <a:pt x="640312" y="765585"/>
                  <a:pt x="609090" y="690914"/>
                  <a:pt x="550437" y="690687"/>
                </a:cubicBezTo>
                <a:cubicBezTo>
                  <a:pt x="515425" y="690687"/>
                  <a:pt x="568666" y="648572"/>
                  <a:pt x="539068" y="631042"/>
                </a:cubicBezTo>
                <a:cubicBezTo>
                  <a:pt x="532570" y="627171"/>
                  <a:pt x="556032" y="621254"/>
                  <a:pt x="566500" y="622164"/>
                </a:cubicBezTo>
                <a:cubicBezTo>
                  <a:pt x="576786" y="623074"/>
                  <a:pt x="585990" y="634229"/>
                  <a:pt x="598443" y="626261"/>
                </a:cubicBezTo>
                <a:cubicBezTo>
                  <a:pt x="605300" y="597806"/>
                  <a:pt x="587615" y="587332"/>
                  <a:pt x="572996" y="579365"/>
                </a:cubicBezTo>
                <a:cubicBezTo>
                  <a:pt x="539247" y="560925"/>
                  <a:pt x="506402" y="538615"/>
                  <a:pt x="469405" y="532013"/>
                </a:cubicBezTo>
                <a:cubicBezTo>
                  <a:pt x="456232" y="529737"/>
                  <a:pt x="488355" y="499231"/>
                  <a:pt x="494671" y="488532"/>
                </a:cubicBezTo>
                <a:cubicBezTo>
                  <a:pt x="345782" y="376071"/>
                  <a:pt x="166756" y="381762"/>
                  <a:pt x="0" y="290928"/>
                </a:cubicBezTo>
                <a:cubicBezTo>
                  <a:pt x="36817" y="273173"/>
                  <a:pt x="63887" y="286148"/>
                  <a:pt x="88973" y="288880"/>
                </a:cubicBezTo>
                <a:cubicBezTo>
                  <a:pt x="151595" y="295708"/>
                  <a:pt x="213498" y="309822"/>
                  <a:pt x="275940" y="318246"/>
                </a:cubicBezTo>
                <a:cubicBezTo>
                  <a:pt x="306620" y="322344"/>
                  <a:pt x="335134" y="337824"/>
                  <a:pt x="369424" y="313239"/>
                </a:cubicBezTo>
                <a:cubicBezTo>
                  <a:pt x="392343" y="296847"/>
                  <a:pt x="428980" y="314604"/>
                  <a:pt x="457133" y="329174"/>
                </a:cubicBezTo>
                <a:cubicBezTo>
                  <a:pt x="480414" y="341238"/>
                  <a:pt x="502612" y="344425"/>
                  <a:pt x="533474" y="329174"/>
                </a:cubicBezTo>
                <a:cubicBezTo>
                  <a:pt x="505501" y="319841"/>
                  <a:pt x="484023" y="311645"/>
                  <a:pt x="462006" y="305953"/>
                </a:cubicBezTo>
                <a:cubicBezTo>
                  <a:pt x="444501" y="301400"/>
                  <a:pt x="486189" y="282960"/>
                  <a:pt x="507484" y="285237"/>
                </a:cubicBezTo>
                <a:cubicBezTo>
                  <a:pt x="537263" y="288423"/>
                  <a:pt x="520479" y="276586"/>
                  <a:pt x="515425" y="260195"/>
                </a:cubicBezTo>
                <a:cubicBezTo>
                  <a:pt x="510012" y="242665"/>
                  <a:pt x="526074" y="237203"/>
                  <a:pt x="536180" y="240844"/>
                </a:cubicBezTo>
                <a:cubicBezTo>
                  <a:pt x="574980" y="255187"/>
                  <a:pt x="613602" y="229917"/>
                  <a:pt x="653668" y="250407"/>
                </a:cubicBezTo>
                <a:cubicBezTo>
                  <a:pt x="643561" y="199867"/>
                  <a:pt x="621723" y="177784"/>
                  <a:pt x="576064" y="170726"/>
                </a:cubicBezTo>
                <a:cubicBezTo>
                  <a:pt x="558919" y="167996"/>
                  <a:pt x="541053" y="172093"/>
                  <a:pt x="526254" y="157522"/>
                </a:cubicBezTo>
                <a:cubicBezTo>
                  <a:pt x="517771" y="149101"/>
                  <a:pt x="508207" y="139084"/>
                  <a:pt x="514884" y="123603"/>
                </a:cubicBezTo>
                <a:cubicBezTo>
                  <a:pt x="519577" y="112674"/>
                  <a:pt x="529684" y="112674"/>
                  <a:pt x="537985" y="116318"/>
                </a:cubicBezTo>
                <a:cubicBezTo>
                  <a:pt x="575162" y="132483"/>
                  <a:pt x="613963" y="138400"/>
                  <a:pt x="652764" y="144320"/>
                </a:cubicBezTo>
                <a:cubicBezTo>
                  <a:pt x="658720" y="145230"/>
                  <a:pt x="665397" y="148191"/>
                  <a:pt x="672075" y="133164"/>
                </a:cubicBezTo>
                <a:cubicBezTo>
                  <a:pt x="599526" y="108805"/>
                  <a:pt x="530585" y="74202"/>
                  <a:pt x="456051" y="60770"/>
                </a:cubicBezTo>
                <a:cubicBezTo>
                  <a:pt x="457133" y="54397"/>
                  <a:pt x="458215" y="48022"/>
                  <a:pt x="459299" y="41649"/>
                </a:cubicBezTo>
                <a:cubicBezTo>
                  <a:pt x="517591" y="50753"/>
                  <a:pt x="575884" y="59859"/>
                  <a:pt x="649515" y="71243"/>
                </a:cubicBezTo>
                <a:cubicBezTo>
                  <a:pt x="604218" y="35045"/>
                  <a:pt x="561446" y="47111"/>
                  <a:pt x="527879" y="15013"/>
                </a:cubicBezTo>
                <a:cubicBezTo>
                  <a:pt x="534195" y="2833"/>
                  <a:pt x="541820" y="-241"/>
                  <a:pt x="549716" y="15"/>
                </a:cubicBezTo>
                <a:close/>
              </a:path>
            </a:pathLst>
          </a:custGeom>
          <a:noFill/>
          <a:ln w="9525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55360E23-4A58-13D0-BAE3-B9389987F6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0" r="3" b="14548"/>
          <a:stretch>
            <a:fillRect/>
          </a:stretch>
        </p:blipFill>
        <p:spPr>
          <a:xfrm>
            <a:off x="7634275" y="-13256"/>
            <a:ext cx="4579876" cy="3536502"/>
          </a:xfrm>
          <a:custGeom>
            <a:avLst/>
            <a:gdLst/>
            <a:ahLst/>
            <a:cxnLst/>
            <a:rect l="l" t="t" r="r" b="b"/>
            <a:pathLst>
              <a:path w="4579876" h="3536502">
                <a:moveTo>
                  <a:pt x="457312" y="0"/>
                </a:moveTo>
                <a:lnTo>
                  <a:pt x="4579876" y="0"/>
                </a:lnTo>
                <a:lnTo>
                  <a:pt x="4579876" y="3057029"/>
                </a:lnTo>
                <a:lnTo>
                  <a:pt x="4508441" y="3086568"/>
                </a:lnTo>
                <a:cubicBezTo>
                  <a:pt x="4391572" y="3126663"/>
                  <a:pt x="4301124" y="3221848"/>
                  <a:pt x="4183947" y="3271738"/>
                </a:cubicBezTo>
                <a:cubicBezTo>
                  <a:pt x="4099090" y="3307854"/>
                  <a:pt x="4017967" y="3354374"/>
                  <a:pt x="3930625" y="3387123"/>
                </a:cubicBezTo>
                <a:cubicBezTo>
                  <a:pt x="3723932" y="3464557"/>
                  <a:pt x="3513195" y="3526689"/>
                  <a:pt x="3290337" y="3535564"/>
                </a:cubicBezTo>
                <a:cubicBezTo>
                  <a:pt x="3106332" y="3542605"/>
                  <a:pt x="1510274" y="3535872"/>
                  <a:pt x="861903" y="2528615"/>
                </a:cubicBezTo>
                <a:cubicBezTo>
                  <a:pt x="849470" y="2523717"/>
                  <a:pt x="835485" y="2510862"/>
                  <a:pt x="831133" y="2498619"/>
                </a:cubicBezTo>
                <a:cubicBezTo>
                  <a:pt x="810307" y="2441385"/>
                  <a:pt x="759333" y="2416594"/>
                  <a:pt x="713333" y="2385682"/>
                </a:cubicBezTo>
                <a:cubicBezTo>
                  <a:pt x="672925" y="2358442"/>
                  <a:pt x="630030" y="2329978"/>
                  <a:pt x="613246" y="2284067"/>
                </a:cubicBezTo>
                <a:cubicBezTo>
                  <a:pt x="591179" y="2222855"/>
                  <a:pt x="653963" y="2273050"/>
                  <a:pt x="665465" y="2249789"/>
                </a:cubicBezTo>
                <a:cubicBezTo>
                  <a:pt x="641532" y="2217960"/>
                  <a:pt x="604543" y="2188882"/>
                  <a:pt x="594908" y="2152767"/>
                </a:cubicBezTo>
                <a:cubicBezTo>
                  <a:pt x="559787" y="2022383"/>
                  <a:pt x="483946" y="1927503"/>
                  <a:pt x="370497" y="1853742"/>
                </a:cubicBezTo>
                <a:cubicBezTo>
                  <a:pt x="337861" y="1832624"/>
                  <a:pt x="316415" y="1794059"/>
                  <a:pt x="271969" y="1787940"/>
                </a:cubicBezTo>
                <a:cubicBezTo>
                  <a:pt x="173127" y="1774472"/>
                  <a:pt x="204209" y="1669186"/>
                  <a:pt x="151990" y="1622358"/>
                </a:cubicBezTo>
                <a:cubicBezTo>
                  <a:pt x="142044" y="1613481"/>
                  <a:pt x="133031" y="1596037"/>
                  <a:pt x="134895" y="1584102"/>
                </a:cubicBezTo>
                <a:cubicBezTo>
                  <a:pt x="137691" y="1566959"/>
                  <a:pt x="149504" y="1550739"/>
                  <a:pt x="159450" y="1535435"/>
                </a:cubicBezTo>
                <a:cubicBezTo>
                  <a:pt x="169708" y="1520133"/>
                  <a:pt x="185247" y="1506664"/>
                  <a:pt x="177788" y="1486465"/>
                </a:cubicBezTo>
                <a:cubicBezTo>
                  <a:pt x="174683" y="1478202"/>
                  <a:pt x="176855" y="1449432"/>
                  <a:pt x="153856" y="1472079"/>
                </a:cubicBezTo>
                <a:cubicBezTo>
                  <a:pt x="90760" y="1534212"/>
                  <a:pt x="54082" y="1475449"/>
                  <a:pt x="0" y="1447289"/>
                </a:cubicBezTo>
                <a:cubicBezTo>
                  <a:pt x="43515" y="1418212"/>
                  <a:pt x="82677" y="1397707"/>
                  <a:pt x="89205" y="1354247"/>
                </a:cubicBezTo>
                <a:cubicBezTo>
                  <a:pt x="102570" y="1264569"/>
                  <a:pt x="159758" y="1223557"/>
                  <a:pt x="246479" y="1215599"/>
                </a:cubicBezTo>
                <a:cubicBezTo>
                  <a:pt x="214465" y="1128983"/>
                  <a:pt x="214465" y="1128983"/>
                  <a:pt x="317968" y="1117045"/>
                </a:cubicBezTo>
                <a:cubicBezTo>
                  <a:pt x="278183" y="1061955"/>
                  <a:pt x="278183" y="1047876"/>
                  <a:pt x="326362" y="1028900"/>
                </a:cubicBezTo>
                <a:cubicBezTo>
                  <a:pt x="372673" y="1010841"/>
                  <a:pt x="423957" y="1004720"/>
                  <a:pt x="466852" y="976870"/>
                </a:cubicBezTo>
                <a:cubicBezTo>
                  <a:pt x="427377" y="906475"/>
                  <a:pt x="416188" y="824756"/>
                  <a:pt x="334754" y="790475"/>
                </a:cubicBezTo>
                <a:cubicBezTo>
                  <a:pt x="322010" y="785272"/>
                  <a:pt x="313307" y="764154"/>
                  <a:pt x="321386" y="751912"/>
                </a:cubicBezTo>
                <a:cubicBezTo>
                  <a:pt x="350915" y="707534"/>
                  <a:pt x="308644" y="623365"/>
                  <a:pt x="400645" y="613877"/>
                </a:cubicBezTo>
                <a:cubicBezTo>
                  <a:pt x="412147" y="612959"/>
                  <a:pt x="422716" y="603776"/>
                  <a:pt x="413701" y="591839"/>
                </a:cubicBezTo>
                <a:cubicBezTo>
                  <a:pt x="382618" y="550216"/>
                  <a:pt x="420228" y="552969"/>
                  <a:pt x="442917" y="547767"/>
                </a:cubicBezTo>
                <a:cubicBezTo>
                  <a:pt x="470271" y="541341"/>
                  <a:pt x="501353" y="559703"/>
                  <a:pt x="526840" y="537055"/>
                </a:cubicBezTo>
                <a:cubicBezTo>
                  <a:pt x="520932" y="513181"/>
                  <a:pt x="498866" y="513487"/>
                  <a:pt x="483325" y="505836"/>
                </a:cubicBezTo>
                <a:cubicBezTo>
                  <a:pt x="437946" y="483799"/>
                  <a:pt x="400956" y="457479"/>
                  <a:pt x="398780" y="400243"/>
                </a:cubicBezTo>
                <a:cubicBezTo>
                  <a:pt x="397229" y="354028"/>
                  <a:pt x="392255" y="313323"/>
                  <a:pt x="455041" y="299242"/>
                </a:cubicBezTo>
                <a:cubicBezTo>
                  <a:pt x="481149" y="293426"/>
                  <a:pt x="473687" y="260067"/>
                  <a:pt x="458769" y="243538"/>
                </a:cubicBezTo>
                <a:cubicBezTo>
                  <a:pt x="432038" y="214157"/>
                  <a:pt x="409972" y="174981"/>
                  <a:pt x="363969" y="172227"/>
                </a:cubicBezTo>
                <a:cubicBezTo>
                  <a:pt x="335995" y="170391"/>
                  <a:pt x="314549" y="158146"/>
                  <a:pt x="292481" y="144069"/>
                </a:cubicBezTo>
                <a:cubicBezTo>
                  <a:pt x="276630" y="133966"/>
                  <a:pt x="257670" y="125398"/>
                  <a:pt x="259534" y="103668"/>
                </a:cubicBezTo>
                <a:cubicBezTo>
                  <a:pt x="261399" y="82855"/>
                  <a:pt x="279736" y="74286"/>
                  <a:pt x="298387" y="70001"/>
                </a:cubicBezTo>
                <a:cubicBezTo>
                  <a:pt x="345011" y="59672"/>
                  <a:pt x="389535" y="45726"/>
                  <a:pt x="430782" y="19902"/>
                </a:cubicBezTo>
                <a:close/>
              </a:path>
            </a:pathLst>
          </a:custGeom>
          <a:ln w="9525">
            <a:solidFill>
              <a:schemeClr val="bg1"/>
            </a:solidFill>
          </a:ln>
        </p:spPr>
      </p:pic>
      <p:pic>
        <p:nvPicPr>
          <p:cNvPr id="8" name="Picture 2" descr="Grey circuit connection on black background. 28863373 Vector Art at Vecteezy">
            <a:extLst>
              <a:ext uri="{FF2B5EF4-FFF2-40B4-BE49-F238E27FC236}">
                <a16:creationId xmlns:a16="http://schemas.microsoft.com/office/drawing/2014/main" id="{EAC99645-8746-ADFD-59D2-8583243B17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15" r="20124" b="1"/>
          <a:stretch>
            <a:fillRect/>
          </a:stretch>
        </p:blipFill>
        <p:spPr bwMode="auto">
          <a:xfrm rot="13432347">
            <a:off x="6569604" y="598799"/>
            <a:ext cx="6858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9686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4" descr="Molecule">
            <a:extLst>
              <a:ext uri="{FF2B5EF4-FFF2-40B4-BE49-F238E27FC236}">
                <a16:creationId xmlns:a16="http://schemas.microsoft.com/office/drawing/2014/main" id="{144A9E47-1074-4C49-CEF5-D081D8EEE7B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4000"/>
          </a:blip>
          <a:srcRect l="4543" r="12584"/>
          <a:stretch>
            <a:fillRect/>
          </a:stretch>
        </p:blipFill>
        <p:spPr>
          <a:xfrm rot="5907699">
            <a:off x="-4058549" y="-4626264"/>
            <a:ext cx="18815250" cy="170279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A6944A-4FD3-E6FA-E129-68EE047BEC05}"/>
              </a:ext>
            </a:extLst>
          </p:cNvPr>
          <p:cNvSpPr txBox="1"/>
          <p:nvPr/>
        </p:nvSpPr>
        <p:spPr>
          <a:xfrm>
            <a:off x="838201" y="345810"/>
            <a:ext cx="937708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solidFill>
                    <a:schemeClr val="tx1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Experiments and Results: Real Feedback Tested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889216-E444-BA4F-38B1-83C60F75A293}"/>
              </a:ext>
            </a:extLst>
          </p:cNvPr>
          <p:cNvSpPr txBox="1"/>
          <p:nvPr/>
        </p:nvSpPr>
        <p:spPr>
          <a:xfrm>
            <a:off x="878827" y="1671373"/>
            <a:ext cx="52171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bg1"/>
                </a:solidFill>
                <a:latin typeface="Montserrat" panose="00000500000000000000" pitchFamily="2" charset="0"/>
              </a:rPr>
              <a:t>Sample Sentence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chemeClr val="bg1"/>
                </a:solidFill>
                <a:latin typeface="Montserrat" panose="00000500000000000000" pitchFamily="2" charset="0"/>
              </a:rPr>
              <a:t>Bokhutlo</a:t>
            </a:r>
            <a:r>
              <a:rPr lang="en-US" sz="15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Montserrat" panose="00000500000000000000" pitchFamily="2" charset="0"/>
              </a:rPr>
              <a:t>bo</a:t>
            </a:r>
            <a:r>
              <a:rPr lang="en-US" sz="15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Montserrat" panose="00000500000000000000" pitchFamily="2" charset="0"/>
              </a:rPr>
              <a:t>agilwesentle</a:t>
            </a:r>
            <a:r>
              <a:rPr lang="en-US" sz="15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Montserrat" panose="00000500000000000000" pitchFamily="2" charset="0"/>
              </a:rPr>
              <a:t>mme</a:t>
            </a:r>
            <a:r>
              <a:rPr lang="en-US" sz="15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Montserrat" panose="00000500000000000000" pitchFamily="2" charset="0"/>
              </a:rPr>
              <a:t>bo</a:t>
            </a:r>
            <a:r>
              <a:rPr lang="en-US" sz="1500" dirty="0">
                <a:solidFill>
                  <a:schemeClr val="bg1"/>
                </a:solidFill>
                <a:latin typeface="Montserrat" panose="00000500000000000000" pitchFamily="2" charset="0"/>
              </a:rPr>
              <a:t> ka </a:t>
            </a:r>
            <a:r>
              <a:rPr lang="en-US" sz="1500" dirty="0" err="1">
                <a:solidFill>
                  <a:schemeClr val="bg1"/>
                </a:solidFill>
                <a:latin typeface="Montserrat" panose="00000500000000000000" pitchFamily="2" charset="0"/>
              </a:rPr>
              <a:t>dirisa</a:t>
            </a:r>
            <a:r>
              <a:rPr lang="en-US" sz="15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Montserrat" panose="00000500000000000000" pitchFamily="2" charset="0"/>
              </a:rPr>
              <a:t>puo</a:t>
            </a:r>
            <a:r>
              <a:rPr lang="en-US" sz="1500" dirty="0">
                <a:solidFill>
                  <a:schemeClr val="bg1"/>
                </a:solidFill>
                <a:latin typeface="Montserrat" panose="00000500000000000000" pitchFamily="2" charset="0"/>
              </a:rPr>
              <a:t> e </a:t>
            </a:r>
            <a:r>
              <a:rPr lang="en-US" sz="1500" dirty="0" err="1">
                <a:solidFill>
                  <a:schemeClr val="bg1"/>
                </a:solidFill>
                <a:latin typeface="Montserrat" panose="00000500000000000000" pitchFamily="2" charset="0"/>
              </a:rPr>
              <a:t>ntsi</a:t>
            </a:r>
            <a:r>
              <a:rPr lang="en-US" sz="15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Montserrat" panose="00000500000000000000" pitchFamily="2" charset="0"/>
              </a:rPr>
              <a:t>yasetegeniki</a:t>
            </a:r>
            <a:r>
              <a:rPr lang="en-US" sz="15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Montserrat" panose="00000500000000000000" pitchFamily="2" charset="0"/>
              </a:rPr>
              <a:t>kgotsa</a:t>
            </a:r>
            <a:r>
              <a:rPr lang="en-US" sz="15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Montserrat" panose="00000500000000000000" pitchFamily="2" charset="0"/>
              </a:rPr>
              <a:t>mafoko</a:t>
            </a:r>
            <a:r>
              <a:rPr lang="en-US" sz="1500" dirty="0">
                <a:solidFill>
                  <a:schemeClr val="bg1"/>
                </a:solidFill>
                <a:latin typeface="Montserrat" panose="00000500000000000000" pitchFamily="2" charset="0"/>
              </a:rPr>
              <a:t> a </a:t>
            </a:r>
            <a:r>
              <a:rPr lang="en-US" sz="1500" dirty="0" err="1">
                <a:solidFill>
                  <a:schemeClr val="bg1"/>
                </a:solidFill>
                <a:latin typeface="Montserrat" panose="00000500000000000000" pitchFamily="2" charset="0"/>
              </a:rPr>
              <a:t>botlhokwa</a:t>
            </a:r>
            <a:r>
              <a:rPr lang="en-US" sz="1500" dirty="0">
                <a:solidFill>
                  <a:schemeClr val="bg1"/>
                </a:solidFill>
                <a:latin typeface="Montserrat" panose="00000500000000000000" pitchFamily="2" charset="0"/>
              </a:rPr>
              <a:t>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chemeClr val="bg1"/>
                </a:solidFill>
                <a:latin typeface="Montserrat" panose="00000500000000000000" pitchFamily="2" charset="0"/>
              </a:rPr>
              <a:t>The conclusion is well constructed but could use more technical language or keywords.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15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chemeClr val="bg1"/>
                </a:solidFill>
                <a:latin typeface="Montserrat" panose="00000500000000000000" pitchFamily="2" charset="0"/>
              </a:rPr>
              <a:t>Results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bg1"/>
                </a:solidFill>
                <a:latin typeface="Montserrat" panose="00000500000000000000" pitchFamily="2" charset="0"/>
              </a:rPr>
              <a:t>Constructive</a:t>
            </a:r>
            <a:r>
              <a:rPr lang="en-GB" sz="1200" dirty="0">
                <a:solidFill>
                  <a:schemeClr val="bg1"/>
                </a:solidFill>
                <a:latin typeface="Montserrat" panose="00000500000000000000" pitchFamily="2" charset="0"/>
              </a:rPr>
              <a:t> — 0.81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bg1"/>
                </a:solidFill>
                <a:latin typeface="Montserrat" panose="00000500000000000000" pitchFamily="2" charset="0"/>
              </a:rPr>
              <a:t>Encouraging </a:t>
            </a:r>
            <a:r>
              <a:rPr lang="en-GB" sz="1200" dirty="0">
                <a:solidFill>
                  <a:schemeClr val="bg1"/>
                </a:solidFill>
                <a:latin typeface="Montserrat" panose="00000500000000000000" pitchFamily="2" charset="0"/>
              </a:rPr>
              <a:t>— 0.58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bg1"/>
                </a:solidFill>
                <a:latin typeface="Montserrat" panose="00000500000000000000" pitchFamily="2" charset="0"/>
              </a:rPr>
              <a:t>Polite</a:t>
            </a:r>
            <a:r>
              <a:rPr lang="en-GB" sz="1200" dirty="0">
                <a:solidFill>
                  <a:schemeClr val="bg1"/>
                </a:solidFill>
                <a:latin typeface="Montserrat" panose="00000500000000000000" pitchFamily="2" charset="0"/>
              </a:rPr>
              <a:t> — 0.91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bg1"/>
                </a:solidFill>
                <a:latin typeface="Montserrat" panose="00000500000000000000" pitchFamily="2" charset="0"/>
              </a:rPr>
              <a:t>Relevant</a:t>
            </a:r>
            <a:r>
              <a:rPr lang="en-GB" sz="1200" dirty="0">
                <a:solidFill>
                  <a:schemeClr val="bg1"/>
                </a:solidFill>
                <a:latin typeface="Montserrat" panose="00000500000000000000" pitchFamily="2" charset="0"/>
              </a:rPr>
              <a:t> — 0.99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bg1"/>
                </a:solidFill>
                <a:latin typeface="Montserrat" panose="00000500000000000000" pitchFamily="2" charset="0"/>
              </a:rPr>
              <a:t>Concise</a:t>
            </a:r>
            <a:r>
              <a:rPr lang="en-GB" sz="1200" dirty="0">
                <a:solidFill>
                  <a:schemeClr val="bg1"/>
                </a:solidFill>
                <a:latin typeface="Montserrat" panose="00000500000000000000" pitchFamily="2" charset="0"/>
              </a:rPr>
              <a:t> — 0.81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bg1"/>
                </a:solidFill>
                <a:latin typeface="Montserrat" panose="00000500000000000000" pitchFamily="2" charset="0"/>
              </a:rPr>
              <a:t>Corrective</a:t>
            </a:r>
            <a:r>
              <a:rPr lang="en-GB" sz="1200" dirty="0">
                <a:solidFill>
                  <a:schemeClr val="bg1"/>
                </a:solidFill>
                <a:latin typeface="Montserrat" panose="00000500000000000000" pitchFamily="2" charset="0"/>
              </a:rPr>
              <a:t> — 0.78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12FE3A-B2C1-5317-F268-BDB56F6FD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285285"/>
            <a:ext cx="5795010" cy="18438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920E07-A7D6-5788-BD91-5B50CD6CC8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3340774"/>
            <a:ext cx="5795010" cy="2497670"/>
          </a:xfrm>
          <a:prstGeom prst="rect">
            <a:avLst/>
          </a:prstGeom>
        </p:spPr>
      </p:pic>
      <p:pic>
        <p:nvPicPr>
          <p:cNvPr id="2" name="Content Placeholder 4" descr="A network of dots and circles&#10;&#10;AI-generated content may be incorrect.">
            <a:extLst>
              <a:ext uri="{FF2B5EF4-FFF2-40B4-BE49-F238E27FC236}">
                <a16:creationId xmlns:a16="http://schemas.microsoft.com/office/drawing/2014/main" id="{65708EF1-9234-DB27-EACE-A841DB0D2B2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08" t="3346" r="810" b="43933"/>
          <a:stretch>
            <a:fillRect/>
          </a:stretch>
        </p:blipFill>
        <p:spPr>
          <a:xfrm>
            <a:off x="3710179" y="2428319"/>
            <a:ext cx="4445462" cy="2173841"/>
          </a:xfrm>
          <a:custGeom>
            <a:avLst/>
            <a:gdLst/>
            <a:ahLst/>
            <a:cxnLst/>
            <a:rect l="l" t="t" r="r" b="b"/>
            <a:pathLst>
              <a:path w="4443799" h="3776782">
                <a:moveTo>
                  <a:pt x="0" y="0"/>
                </a:moveTo>
                <a:lnTo>
                  <a:pt x="4164578" y="0"/>
                </a:lnTo>
                <a:lnTo>
                  <a:pt x="4238884" y="154250"/>
                </a:lnTo>
                <a:cubicBezTo>
                  <a:pt x="4370833" y="466214"/>
                  <a:pt x="4443799" y="809200"/>
                  <a:pt x="4443799" y="1169228"/>
                </a:cubicBezTo>
                <a:cubicBezTo>
                  <a:pt x="4443799" y="2609341"/>
                  <a:pt x="3276357" y="3776782"/>
                  <a:pt x="1836244" y="3776782"/>
                </a:cubicBezTo>
                <a:cubicBezTo>
                  <a:pt x="1206195" y="3776782"/>
                  <a:pt x="628337" y="3553326"/>
                  <a:pt x="177598" y="3181344"/>
                </a:cubicBezTo>
                <a:lnTo>
                  <a:pt x="0" y="3019932"/>
                </a:lnTo>
                <a:close/>
              </a:path>
            </a:pathLst>
          </a:cu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870052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B9C70C-1307-FB94-6540-18B6C0E5E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4" descr="Democratic Republic of the Congo national official state flag in a computer technological world">
            <a:extLst>
              <a:ext uri="{FF2B5EF4-FFF2-40B4-BE49-F238E27FC236}">
                <a16:creationId xmlns:a16="http://schemas.microsoft.com/office/drawing/2014/main" id="{D6936844-2B69-0CCC-B58A-D8A937ACC20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9000"/>
          </a:blip>
          <a:srcRect l="34664" r="5116" b="-2"/>
          <a:stretch>
            <a:fillRect/>
          </a:stretch>
        </p:blipFill>
        <p:spPr>
          <a:xfrm>
            <a:off x="7750009" y="-8"/>
            <a:ext cx="6186992" cy="6857998"/>
          </a:xfrm>
          <a:custGeom>
            <a:avLst/>
            <a:gdLst/>
            <a:ahLst/>
            <a:cxnLst/>
            <a:rect l="l" t="t" r="r" b="b"/>
            <a:pathLst>
              <a:path w="6187012" h="6857998">
                <a:moveTo>
                  <a:pt x="5434855" y="6118149"/>
                </a:moveTo>
                <a:cubicBezTo>
                  <a:pt x="5441404" y="6124102"/>
                  <a:pt x="5449025" y="6129341"/>
                  <a:pt x="5456075" y="6133723"/>
                </a:cubicBezTo>
                <a:cubicBezTo>
                  <a:pt x="5463218" y="6138152"/>
                  <a:pt x="5468564" y="6143474"/>
                  <a:pt x="5472234" y="6149380"/>
                </a:cubicBezTo>
                <a:lnTo>
                  <a:pt x="5477710" y="6166562"/>
                </a:lnTo>
                <a:lnTo>
                  <a:pt x="5472234" y="6149379"/>
                </a:lnTo>
                <a:cubicBezTo>
                  <a:pt x="5468564" y="6143474"/>
                  <a:pt x="5463218" y="6138152"/>
                  <a:pt x="5456075" y="6133722"/>
                </a:cubicBezTo>
                <a:cubicBezTo>
                  <a:pt x="5449025" y="6129341"/>
                  <a:pt x="5441404" y="6124102"/>
                  <a:pt x="5434855" y="6118149"/>
                </a:cubicBezTo>
                <a:close/>
                <a:moveTo>
                  <a:pt x="5343013" y="4941372"/>
                </a:moveTo>
                <a:lnTo>
                  <a:pt x="5346342" y="4950869"/>
                </a:lnTo>
                <a:lnTo>
                  <a:pt x="5356027" y="4991382"/>
                </a:lnTo>
                <a:lnTo>
                  <a:pt x="5346342" y="4950868"/>
                </a:lnTo>
                <a:close/>
                <a:moveTo>
                  <a:pt x="5346951" y="4749807"/>
                </a:moveTo>
                <a:cubicBezTo>
                  <a:pt x="5334815" y="4762826"/>
                  <a:pt x="5333958" y="4781365"/>
                  <a:pt x="5332244" y="4799797"/>
                </a:cubicBezTo>
                <a:cubicBezTo>
                  <a:pt x="5333958" y="4781365"/>
                  <a:pt x="5334815" y="4762827"/>
                  <a:pt x="5346951" y="4749807"/>
                </a:cubicBezTo>
                <a:close/>
                <a:moveTo>
                  <a:pt x="5364750" y="4543185"/>
                </a:moveTo>
                <a:cubicBezTo>
                  <a:pt x="5365727" y="4548281"/>
                  <a:pt x="5367775" y="4553662"/>
                  <a:pt x="5370156" y="4557092"/>
                </a:cubicBezTo>
                <a:cubicBezTo>
                  <a:pt x="5381776" y="4573618"/>
                  <a:pt x="5390563" y="4588275"/>
                  <a:pt x="5396519" y="4602021"/>
                </a:cubicBezTo>
                <a:cubicBezTo>
                  <a:pt x="5390563" y="4588275"/>
                  <a:pt x="5381776" y="4573618"/>
                  <a:pt x="5370156" y="4557091"/>
                </a:cubicBezTo>
                <a:close/>
                <a:moveTo>
                  <a:pt x="5830968" y="2819253"/>
                </a:moveTo>
                <a:lnTo>
                  <a:pt x="5842611" y="2827484"/>
                </a:lnTo>
                <a:lnTo>
                  <a:pt x="5842613" y="2827486"/>
                </a:lnTo>
                <a:lnTo>
                  <a:pt x="5871116" y="2861156"/>
                </a:lnTo>
                <a:lnTo>
                  <a:pt x="5861462" y="2842392"/>
                </a:lnTo>
                <a:lnTo>
                  <a:pt x="5842613" y="2827486"/>
                </a:lnTo>
                <a:lnTo>
                  <a:pt x="5842611" y="2827483"/>
                </a:lnTo>
                <a:close/>
                <a:moveTo>
                  <a:pt x="5761313" y="1974015"/>
                </a:moveTo>
                <a:lnTo>
                  <a:pt x="5754799" y="1999763"/>
                </a:lnTo>
                <a:cubicBezTo>
                  <a:pt x="5750990" y="2008056"/>
                  <a:pt x="5745310" y="2016020"/>
                  <a:pt x="5737071" y="2023547"/>
                </a:cubicBezTo>
                <a:cubicBezTo>
                  <a:pt x="5753550" y="2008497"/>
                  <a:pt x="5759789" y="1991685"/>
                  <a:pt x="5761313" y="1974015"/>
                </a:cubicBezTo>
                <a:close/>
                <a:moveTo>
                  <a:pt x="5744119" y="1768838"/>
                </a:moveTo>
                <a:cubicBezTo>
                  <a:pt x="5739738" y="1774411"/>
                  <a:pt x="5736975" y="1779948"/>
                  <a:pt x="5735518" y="1785412"/>
                </a:cubicBezTo>
                <a:lnTo>
                  <a:pt x="5734738" y="1801558"/>
                </a:lnTo>
                <a:cubicBezTo>
                  <a:pt x="5733070" y="1790986"/>
                  <a:pt x="5735356" y="1779981"/>
                  <a:pt x="5744119" y="1768838"/>
                </a:cubicBezTo>
                <a:close/>
                <a:moveTo>
                  <a:pt x="5853708" y="520953"/>
                </a:moveTo>
                <a:lnTo>
                  <a:pt x="5846981" y="549926"/>
                </a:lnTo>
                <a:lnTo>
                  <a:pt x="5840726" y="566616"/>
                </a:lnTo>
                <a:lnTo>
                  <a:pt x="5834776" y="581804"/>
                </a:lnTo>
                <a:lnTo>
                  <a:pt x="5834358" y="583595"/>
                </a:lnTo>
                <a:lnTo>
                  <a:pt x="5832183" y="589388"/>
                </a:lnTo>
                <a:cubicBezTo>
                  <a:pt x="5829783" y="597005"/>
                  <a:pt x="5828025" y="604728"/>
                  <a:pt x="5827560" y="612658"/>
                </a:cubicBezTo>
                <a:lnTo>
                  <a:pt x="5834358" y="583595"/>
                </a:lnTo>
                <a:lnTo>
                  <a:pt x="5840674" y="566754"/>
                </a:lnTo>
                <a:lnTo>
                  <a:pt x="5840726" y="566616"/>
                </a:lnTo>
                <a:lnTo>
                  <a:pt x="5846564" y="551717"/>
                </a:lnTo>
                <a:lnTo>
                  <a:pt x="5846981" y="549926"/>
                </a:lnTo>
                <a:lnTo>
                  <a:pt x="5849145" y="544146"/>
                </a:lnTo>
                <a:cubicBezTo>
                  <a:pt x="5851532" y="536547"/>
                  <a:pt x="5853271" y="528850"/>
                  <a:pt x="5853708" y="520953"/>
                </a:cubicBezTo>
                <a:close/>
                <a:moveTo>
                  <a:pt x="5802605" y="268794"/>
                </a:moveTo>
                <a:cubicBezTo>
                  <a:pt x="5800080" y="279176"/>
                  <a:pt x="5798377" y="289296"/>
                  <a:pt x="5797729" y="299164"/>
                </a:cubicBezTo>
                <a:cubicBezTo>
                  <a:pt x="5797080" y="309031"/>
                  <a:pt x="5797485" y="318646"/>
                  <a:pt x="5799176" y="328017"/>
                </a:cubicBezTo>
                <a:close/>
                <a:moveTo>
                  <a:pt x="0" y="0"/>
                </a:moveTo>
                <a:lnTo>
                  <a:pt x="6120021" y="0"/>
                </a:lnTo>
                <a:lnTo>
                  <a:pt x="6115806" y="24480"/>
                </a:lnTo>
                <a:cubicBezTo>
                  <a:pt x="6113321" y="32636"/>
                  <a:pt x="6109559" y="40471"/>
                  <a:pt x="6103795" y="47806"/>
                </a:cubicBezTo>
                <a:cubicBezTo>
                  <a:pt x="6088935" y="66857"/>
                  <a:pt x="6092364" y="85336"/>
                  <a:pt x="6094651" y="105718"/>
                </a:cubicBezTo>
                <a:cubicBezTo>
                  <a:pt x="6096365" y="121150"/>
                  <a:pt x="6095794" y="136963"/>
                  <a:pt x="6095986" y="152584"/>
                </a:cubicBezTo>
                <a:cubicBezTo>
                  <a:pt x="6096555" y="180017"/>
                  <a:pt x="6096746" y="207450"/>
                  <a:pt x="6097699" y="234883"/>
                </a:cubicBezTo>
                <a:cubicBezTo>
                  <a:pt x="6098079" y="243648"/>
                  <a:pt x="6102844" y="252600"/>
                  <a:pt x="6102082" y="261173"/>
                </a:cubicBezTo>
                <a:cubicBezTo>
                  <a:pt x="6098461" y="300800"/>
                  <a:pt x="6092746" y="340425"/>
                  <a:pt x="6089507" y="380050"/>
                </a:cubicBezTo>
                <a:cubicBezTo>
                  <a:pt x="6087603" y="402529"/>
                  <a:pt x="6091220" y="425581"/>
                  <a:pt x="6088555" y="447870"/>
                </a:cubicBezTo>
                <a:cubicBezTo>
                  <a:pt x="6085507" y="473587"/>
                  <a:pt x="6077697" y="498733"/>
                  <a:pt x="6072932" y="524262"/>
                </a:cubicBezTo>
                <a:cubicBezTo>
                  <a:pt x="6071600" y="531310"/>
                  <a:pt x="6073315" y="539121"/>
                  <a:pt x="6073694" y="546552"/>
                </a:cubicBezTo>
                <a:cubicBezTo>
                  <a:pt x="6074076" y="554933"/>
                  <a:pt x="6074838" y="563125"/>
                  <a:pt x="6075029" y="571508"/>
                </a:cubicBezTo>
                <a:cubicBezTo>
                  <a:pt x="6075411" y="597037"/>
                  <a:pt x="6074838" y="622564"/>
                  <a:pt x="6076173" y="648092"/>
                </a:cubicBezTo>
                <a:cubicBezTo>
                  <a:pt x="6076934" y="663713"/>
                  <a:pt x="6084744" y="680096"/>
                  <a:pt x="6081886" y="694576"/>
                </a:cubicBezTo>
                <a:cubicBezTo>
                  <a:pt x="6076363" y="724104"/>
                  <a:pt x="6088745" y="753633"/>
                  <a:pt x="6078459" y="783158"/>
                </a:cubicBezTo>
                <a:cubicBezTo>
                  <a:pt x="6075411" y="792306"/>
                  <a:pt x="6083031" y="804877"/>
                  <a:pt x="6083411" y="815929"/>
                </a:cubicBezTo>
                <a:cubicBezTo>
                  <a:pt x="6084363" y="843552"/>
                  <a:pt x="6084173" y="871173"/>
                  <a:pt x="6083983" y="898797"/>
                </a:cubicBezTo>
                <a:cubicBezTo>
                  <a:pt x="6083793" y="923562"/>
                  <a:pt x="6086459" y="949281"/>
                  <a:pt x="6081125" y="973095"/>
                </a:cubicBezTo>
                <a:cubicBezTo>
                  <a:pt x="6075411" y="998052"/>
                  <a:pt x="6076173" y="1020529"/>
                  <a:pt x="6082649" y="1044725"/>
                </a:cubicBezTo>
                <a:cubicBezTo>
                  <a:pt x="6087031" y="1061298"/>
                  <a:pt x="6087603" y="1078826"/>
                  <a:pt x="6088935" y="1095972"/>
                </a:cubicBezTo>
                <a:cubicBezTo>
                  <a:pt x="6090459" y="1114449"/>
                  <a:pt x="6086459" y="1134834"/>
                  <a:pt x="6092746" y="1151600"/>
                </a:cubicBezTo>
                <a:cubicBezTo>
                  <a:pt x="6111415" y="1201512"/>
                  <a:pt x="6115415" y="1252757"/>
                  <a:pt x="6115415" y="1304955"/>
                </a:cubicBezTo>
                <a:cubicBezTo>
                  <a:pt x="6115415" y="1314483"/>
                  <a:pt x="6112750" y="1324198"/>
                  <a:pt x="6109892" y="1333341"/>
                </a:cubicBezTo>
                <a:cubicBezTo>
                  <a:pt x="6092746" y="1386684"/>
                  <a:pt x="6094269" y="1440216"/>
                  <a:pt x="6104748" y="1494509"/>
                </a:cubicBezTo>
                <a:cubicBezTo>
                  <a:pt x="6107034" y="1505751"/>
                  <a:pt x="6107415" y="1518324"/>
                  <a:pt x="6105130" y="1529563"/>
                </a:cubicBezTo>
                <a:cubicBezTo>
                  <a:pt x="6098461" y="1561189"/>
                  <a:pt x="6087411" y="1591859"/>
                  <a:pt x="6082649" y="1623675"/>
                </a:cubicBezTo>
                <a:cubicBezTo>
                  <a:pt x="6074838" y="1676253"/>
                  <a:pt x="6101126" y="1721785"/>
                  <a:pt x="6118274" y="1768838"/>
                </a:cubicBezTo>
                <a:cubicBezTo>
                  <a:pt x="6134467" y="1813610"/>
                  <a:pt x="6171044" y="1851709"/>
                  <a:pt x="6162851" y="1904673"/>
                </a:cubicBezTo>
                <a:cubicBezTo>
                  <a:pt x="6162090" y="1910004"/>
                  <a:pt x="6167233" y="1915912"/>
                  <a:pt x="6168567" y="1921817"/>
                </a:cubicBezTo>
                <a:cubicBezTo>
                  <a:pt x="6172188" y="1938009"/>
                  <a:pt x="6176566" y="1954202"/>
                  <a:pt x="6178283" y="1970586"/>
                </a:cubicBezTo>
                <a:cubicBezTo>
                  <a:pt x="6180570" y="1990589"/>
                  <a:pt x="6179809" y="2010974"/>
                  <a:pt x="6181713" y="2030977"/>
                </a:cubicBezTo>
                <a:cubicBezTo>
                  <a:pt x="6182856" y="2043835"/>
                  <a:pt x="6184951" y="2056600"/>
                  <a:pt x="6186761" y="2069340"/>
                </a:cubicBezTo>
                <a:lnTo>
                  <a:pt x="6187012" y="2072225"/>
                </a:lnTo>
                <a:lnTo>
                  <a:pt x="6187012" y="2131532"/>
                </a:lnTo>
                <a:lnTo>
                  <a:pt x="6186141" y="2138304"/>
                </a:lnTo>
                <a:cubicBezTo>
                  <a:pt x="6183950" y="2148519"/>
                  <a:pt x="6181332" y="2158712"/>
                  <a:pt x="6179617" y="2168903"/>
                </a:cubicBezTo>
                <a:cubicBezTo>
                  <a:pt x="6174854" y="2197670"/>
                  <a:pt x="6176188" y="2229296"/>
                  <a:pt x="6163995" y="2254633"/>
                </a:cubicBezTo>
                <a:cubicBezTo>
                  <a:pt x="6151041" y="2281683"/>
                  <a:pt x="6145135" y="2307402"/>
                  <a:pt x="6149135" y="2335405"/>
                </a:cubicBezTo>
                <a:cubicBezTo>
                  <a:pt x="6150469" y="2344741"/>
                  <a:pt x="6158471" y="2356744"/>
                  <a:pt x="6166661" y="2360933"/>
                </a:cubicBezTo>
                <a:cubicBezTo>
                  <a:pt x="6184950" y="2370270"/>
                  <a:pt x="6188190" y="2383032"/>
                  <a:pt x="6181902" y="2400369"/>
                </a:cubicBezTo>
                <a:cubicBezTo>
                  <a:pt x="6176566" y="2415420"/>
                  <a:pt x="6173901" y="2433897"/>
                  <a:pt x="6163613" y="2444184"/>
                </a:cubicBezTo>
                <a:cubicBezTo>
                  <a:pt x="6134467" y="2473333"/>
                  <a:pt x="6133515" y="2510483"/>
                  <a:pt x="6125705" y="2546678"/>
                </a:cubicBezTo>
                <a:cubicBezTo>
                  <a:pt x="6120940" y="2568774"/>
                  <a:pt x="6120750" y="2589352"/>
                  <a:pt x="6123988" y="2611450"/>
                </a:cubicBezTo>
                <a:cubicBezTo>
                  <a:pt x="6131227" y="2659455"/>
                  <a:pt x="6120940" y="2706131"/>
                  <a:pt x="6107796" y="2752235"/>
                </a:cubicBezTo>
                <a:cubicBezTo>
                  <a:pt x="6099034" y="2782716"/>
                  <a:pt x="6093699" y="2813958"/>
                  <a:pt x="6084744" y="2844248"/>
                </a:cubicBezTo>
                <a:cubicBezTo>
                  <a:pt x="6077886" y="2866918"/>
                  <a:pt x="6069694" y="2889587"/>
                  <a:pt x="6058646" y="2910353"/>
                </a:cubicBezTo>
                <a:cubicBezTo>
                  <a:pt x="6042452" y="2940455"/>
                  <a:pt x="6018067" y="2966742"/>
                  <a:pt x="6024544" y="3005035"/>
                </a:cubicBezTo>
                <a:cubicBezTo>
                  <a:pt x="6030260" y="3038756"/>
                  <a:pt x="6018259" y="3069235"/>
                  <a:pt x="6006828" y="3100099"/>
                </a:cubicBezTo>
                <a:cubicBezTo>
                  <a:pt x="5998446" y="3122770"/>
                  <a:pt x="5989871" y="3145436"/>
                  <a:pt x="5984537" y="3168870"/>
                </a:cubicBezTo>
                <a:cubicBezTo>
                  <a:pt x="5978251" y="3196686"/>
                  <a:pt x="5980920" y="3228119"/>
                  <a:pt x="5969297" y="3252885"/>
                </a:cubicBezTo>
                <a:cubicBezTo>
                  <a:pt x="5957105" y="3278795"/>
                  <a:pt x="5965297" y="3300319"/>
                  <a:pt x="5968726" y="3323372"/>
                </a:cubicBezTo>
                <a:cubicBezTo>
                  <a:pt x="5974061" y="3360139"/>
                  <a:pt x="5983967" y="3396719"/>
                  <a:pt x="5971395" y="3433866"/>
                </a:cubicBezTo>
                <a:cubicBezTo>
                  <a:pt x="5956153" y="3479015"/>
                  <a:pt x="5939769" y="3523785"/>
                  <a:pt x="5925292" y="3569124"/>
                </a:cubicBezTo>
                <a:cubicBezTo>
                  <a:pt x="5919765" y="3586653"/>
                  <a:pt x="5917479" y="3605509"/>
                  <a:pt x="5915003" y="3623799"/>
                </a:cubicBezTo>
                <a:cubicBezTo>
                  <a:pt x="5912906" y="3641134"/>
                  <a:pt x="5918242" y="3661899"/>
                  <a:pt x="5910241" y="3675238"/>
                </a:cubicBezTo>
                <a:cubicBezTo>
                  <a:pt x="5889667" y="3709529"/>
                  <a:pt x="5879569" y="3744770"/>
                  <a:pt x="5879569" y="3784397"/>
                </a:cubicBezTo>
                <a:cubicBezTo>
                  <a:pt x="5879569" y="3799258"/>
                  <a:pt x="5870996" y="3813737"/>
                  <a:pt x="5869471" y="3828785"/>
                </a:cubicBezTo>
                <a:cubicBezTo>
                  <a:pt x="5867567" y="3849362"/>
                  <a:pt x="5862423" y="3872985"/>
                  <a:pt x="5869664" y="3890891"/>
                </a:cubicBezTo>
                <a:cubicBezTo>
                  <a:pt x="5886809" y="3932993"/>
                  <a:pt x="5872519" y="3967091"/>
                  <a:pt x="5855566" y="4003861"/>
                </a:cubicBezTo>
                <a:cubicBezTo>
                  <a:pt x="5838801" y="4040058"/>
                  <a:pt x="5825466" y="4078159"/>
                  <a:pt x="5814416" y="4116641"/>
                </a:cubicBezTo>
                <a:cubicBezTo>
                  <a:pt x="5810415" y="4131119"/>
                  <a:pt x="5817085" y="4148453"/>
                  <a:pt x="5818417" y="4164458"/>
                </a:cubicBezTo>
                <a:cubicBezTo>
                  <a:pt x="5818798" y="4170174"/>
                  <a:pt x="5819370" y="4176461"/>
                  <a:pt x="5817466" y="4181603"/>
                </a:cubicBezTo>
                <a:cubicBezTo>
                  <a:pt x="5799176" y="4231324"/>
                  <a:pt x="5785269" y="4281810"/>
                  <a:pt x="5794794" y="4335722"/>
                </a:cubicBezTo>
                <a:cubicBezTo>
                  <a:pt x="5795747" y="4340674"/>
                  <a:pt x="5793650" y="4346201"/>
                  <a:pt x="5792317" y="4351154"/>
                </a:cubicBezTo>
                <a:cubicBezTo>
                  <a:pt x="5785461" y="4375349"/>
                  <a:pt x="5774601" y="4398972"/>
                  <a:pt x="5772124" y="4423545"/>
                </a:cubicBezTo>
                <a:cubicBezTo>
                  <a:pt x="5766028" y="4484127"/>
                  <a:pt x="5763550" y="4545086"/>
                  <a:pt x="5759550" y="4606053"/>
                </a:cubicBezTo>
                <a:cubicBezTo>
                  <a:pt x="5759361" y="4609863"/>
                  <a:pt x="5759361" y="4613864"/>
                  <a:pt x="5758027" y="4617291"/>
                </a:cubicBezTo>
                <a:cubicBezTo>
                  <a:pt x="5749834" y="4639772"/>
                  <a:pt x="5752502" y="4659393"/>
                  <a:pt x="5768123" y="4678445"/>
                </a:cubicBezTo>
                <a:cubicBezTo>
                  <a:pt x="5774982" y="4686828"/>
                  <a:pt x="5778601" y="4698258"/>
                  <a:pt x="5782412" y="4708734"/>
                </a:cubicBezTo>
                <a:cubicBezTo>
                  <a:pt x="5788127" y="4724167"/>
                  <a:pt x="5793650" y="4739978"/>
                  <a:pt x="5797271" y="4755980"/>
                </a:cubicBezTo>
                <a:cubicBezTo>
                  <a:pt x="5800700" y="4771793"/>
                  <a:pt x="5805462" y="4788747"/>
                  <a:pt x="5802796" y="4803988"/>
                </a:cubicBezTo>
                <a:cubicBezTo>
                  <a:pt x="5798035" y="4831420"/>
                  <a:pt x="5787366" y="4857522"/>
                  <a:pt x="5780315" y="4884572"/>
                </a:cubicBezTo>
                <a:cubicBezTo>
                  <a:pt x="5777837" y="4893907"/>
                  <a:pt x="5778221" y="4904195"/>
                  <a:pt x="5778030" y="4913909"/>
                </a:cubicBezTo>
                <a:cubicBezTo>
                  <a:pt x="5777459" y="4936201"/>
                  <a:pt x="5782984" y="4959061"/>
                  <a:pt x="5767171" y="4979253"/>
                </a:cubicBezTo>
                <a:cubicBezTo>
                  <a:pt x="5752311" y="4997922"/>
                  <a:pt x="5756692" y="5016785"/>
                  <a:pt x="5767932" y="5036405"/>
                </a:cubicBezTo>
                <a:cubicBezTo>
                  <a:pt x="5775934" y="5050504"/>
                  <a:pt x="5782221" y="5066505"/>
                  <a:pt x="5785269" y="5082317"/>
                </a:cubicBezTo>
                <a:cubicBezTo>
                  <a:pt x="5789460" y="5104036"/>
                  <a:pt x="5791175" y="5125562"/>
                  <a:pt x="5788697" y="5148995"/>
                </a:cubicBezTo>
                <a:cubicBezTo>
                  <a:pt x="5786983" y="5165570"/>
                  <a:pt x="5786221" y="5179097"/>
                  <a:pt x="5776125" y="5192051"/>
                </a:cubicBezTo>
                <a:cubicBezTo>
                  <a:pt x="5774601" y="5194145"/>
                  <a:pt x="5774219" y="5197955"/>
                  <a:pt x="5774412" y="5200813"/>
                </a:cubicBezTo>
                <a:cubicBezTo>
                  <a:pt x="5777649" y="5238343"/>
                  <a:pt x="5775934" y="5275491"/>
                  <a:pt x="5773646" y="5313403"/>
                </a:cubicBezTo>
                <a:cubicBezTo>
                  <a:pt x="5770601" y="5361598"/>
                  <a:pt x="5779553" y="5412276"/>
                  <a:pt x="5811559" y="5453995"/>
                </a:cubicBezTo>
                <a:cubicBezTo>
                  <a:pt x="5816322" y="5460092"/>
                  <a:pt x="5818417" y="5469236"/>
                  <a:pt x="5819562" y="5477239"/>
                </a:cubicBezTo>
                <a:cubicBezTo>
                  <a:pt x="5824514" y="5514957"/>
                  <a:pt x="5827942" y="5552869"/>
                  <a:pt x="5833467" y="5590590"/>
                </a:cubicBezTo>
                <a:cubicBezTo>
                  <a:pt x="5836516" y="5611164"/>
                  <a:pt x="5839182" y="5632691"/>
                  <a:pt x="5847565" y="5651360"/>
                </a:cubicBezTo>
                <a:cubicBezTo>
                  <a:pt x="5855756" y="5669647"/>
                  <a:pt x="5865471" y="5684320"/>
                  <a:pt x="5848327" y="5695178"/>
                </a:cubicBezTo>
                <a:cubicBezTo>
                  <a:pt x="5857471" y="5714607"/>
                  <a:pt x="5865092" y="5731564"/>
                  <a:pt x="5873282" y="5748136"/>
                </a:cubicBezTo>
                <a:cubicBezTo>
                  <a:pt x="5876329" y="5754234"/>
                  <a:pt x="5881284" y="5759378"/>
                  <a:pt x="5884142" y="5765474"/>
                </a:cubicBezTo>
                <a:cubicBezTo>
                  <a:pt x="5887190" y="5771953"/>
                  <a:pt x="5889094" y="5779191"/>
                  <a:pt x="5890620" y="5786239"/>
                </a:cubicBezTo>
                <a:cubicBezTo>
                  <a:pt x="5897477" y="5817674"/>
                  <a:pt x="5903763" y="5849107"/>
                  <a:pt x="5911194" y="5880348"/>
                </a:cubicBezTo>
                <a:cubicBezTo>
                  <a:pt x="5912717" y="5886447"/>
                  <a:pt x="5918813" y="5891590"/>
                  <a:pt x="5922813" y="5897114"/>
                </a:cubicBezTo>
                <a:cubicBezTo>
                  <a:pt x="5925481" y="5900735"/>
                  <a:pt x="5929482" y="5904353"/>
                  <a:pt x="5930054" y="5908355"/>
                </a:cubicBezTo>
                <a:cubicBezTo>
                  <a:pt x="5934626" y="5938836"/>
                  <a:pt x="5939961" y="5969124"/>
                  <a:pt x="5942246" y="5999796"/>
                </a:cubicBezTo>
                <a:cubicBezTo>
                  <a:pt x="5944149" y="6025515"/>
                  <a:pt x="5943580" y="6050282"/>
                  <a:pt x="5976728" y="6056948"/>
                </a:cubicBezTo>
                <a:cubicBezTo>
                  <a:pt x="5982443" y="6058092"/>
                  <a:pt x="5988540" y="6066284"/>
                  <a:pt x="5991396" y="6072569"/>
                </a:cubicBezTo>
                <a:cubicBezTo>
                  <a:pt x="5999589" y="6090477"/>
                  <a:pt x="6005113" y="6109530"/>
                  <a:pt x="6013494" y="6127247"/>
                </a:cubicBezTo>
                <a:cubicBezTo>
                  <a:pt x="6041500" y="6185351"/>
                  <a:pt x="6059217" y="6246121"/>
                  <a:pt x="6055978" y="6311084"/>
                </a:cubicBezTo>
                <a:cubicBezTo>
                  <a:pt x="6055026" y="6331277"/>
                  <a:pt x="6044737" y="6350899"/>
                  <a:pt x="6040926" y="6363664"/>
                </a:cubicBezTo>
                <a:cubicBezTo>
                  <a:pt x="6055978" y="6400429"/>
                  <a:pt x="6070456" y="6431292"/>
                  <a:pt x="6081315" y="6463490"/>
                </a:cubicBezTo>
                <a:cubicBezTo>
                  <a:pt x="6091031" y="6491874"/>
                  <a:pt x="6097127" y="6521593"/>
                  <a:pt x="6104175" y="6550742"/>
                </a:cubicBezTo>
                <a:cubicBezTo>
                  <a:pt x="6106844" y="6561411"/>
                  <a:pt x="6108367" y="6572269"/>
                  <a:pt x="6109702" y="6583128"/>
                </a:cubicBezTo>
                <a:cubicBezTo>
                  <a:pt x="6113892" y="6617036"/>
                  <a:pt x="6103795" y="6652472"/>
                  <a:pt x="6119798" y="6685617"/>
                </a:cubicBezTo>
                <a:cubicBezTo>
                  <a:pt x="6128180" y="6702955"/>
                  <a:pt x="6138276" y="6720103"/>
                  <a:pt x="6142658" y="6738388"/>
                </a:cubicBezTo>
                <a:cubicBezTo>
                  <a:pt x="6147421" y="6758011"/>
                  <a:pt x="6154851" y="6777207"/>
                  <a:pt x="6160162" y="6796804"/>
                </a:cubicBezTo>
                <a:lnTo>
                  <a:pt x="6164933" y="6857457"/>
                </a:lnTo>
                <a:lnTo>
                  <a:pt x="6037694" y="6857457"/>
                </a:lnTo>
                <a:lnTo>
                  <a:pt x="6037694" y="6857998"/>
                </a:lnTo>
                <a:lnTo>
                  <a:pt x="0" y="6857998"/>
                </a:lnTo>
                <a:close/>
              </a:path>
            </a:pathLst>
          </a:custGeom>
          <a:effectLst>
            <a:outerShdw blurRad="381000" dist="152400" algn="tl" rotWithShape="0">
              <a:prstClr val="black">
                <a:alpha val="10000"/>
              </a:prstClr>
            </a:outerShdw>
          </a:effectLst>
        </p:spPr>
      </p:pic>
      <p:pic>
        <p:nvPicPr>
          <p:cNvPr id="5" name="Content Placeholder 4" descr="A network of dots and circles&#10;&#10;AI-generated content may be incorrect.">
            <a:extLst>
              <a:ext uri="{FF2B5EF4-FFF2-40B4-BE49-F238E27FC236}">
                <a16:creationId xmlns:a16="http://schemas.microsoft.com/office/drawing/2014/main" id="{691C3E44-200C-0ABD-4928-8B82F06531A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04" b="25850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4648180-C1D2-2D4B-8555-105CDD88B9AD}"/>
              </a:ext>
            </a:extLst>
          </p:cNvPr>
          <p:cNvSpPr/>
          <p:nvPr/>
        </p:nvSpPr>
        <p:spPr>
          <a:xfrm>
            <a:off x="746538" y="1246094"/>
            <a:ext cx="11617739" cy="3827929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9D065F-4C96-9AD5-0DFF-5B07FC05A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196" y="1671570"/>
            <a:ext cx="5339086" cy="8340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Montserrat" panose="00000500000000000000" pitchFamily="2" charset="0"/>
              </a:rPr>
              <a:t>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F1B3B-A963-FB78-001A-6D0D73E8E75B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060576" y="1365520"/>
            <a:ext cx="6669742" cy="3589075"/>
          </a:xfrm>
        </p:spPr>
        <p:txBody>
          <a:bodyPr>
            <a:normAutofit fontScale="92500" lnSpcReduction="10000"/>
          </a:bodyPr>
          <a:lstStyle/>
          <a:p>
            <a:pPr marL="285750" lvl="1" indent="-285750"/>
            <a:r>
              <a:rPr lang="en-GB" sz="1600" dirty="0">
                <a:solidFill>
                  <a:srgbClr val="FFFFFF"/>
                </a:solidFill>
                <a:latin typeface="Montserrat" panose="00000500000000000000" pitchFamily="2" charset="0"/>
              </a:rPr>
              <a:t>Synthetic feedback data for Setswana </a:t>
            </a:r>
            <a:r>
              <a:rPr lang="en-GB" sz="1600" b="1" dirty="0">
                <a:solidFill>
                  <a:srgbClr val="FFFFFF"/>
                </a:solidFill>
                <a:latin typeface="Montserrat" panose="00000500000000000000" pitchFamily="2" charset="0"/>
              </a:rPr>
              <a:t>can</a:t>
            </a:r>
            <a:r>
              <a:rPr lang="en-GB" sz="1600" dirty="0">
                <a:solidFill>
                  <a:srgbClr val="FFFFFF"/>
                </a:solidFill>
                <a:latin typeface="Montserrat" panose="00000500000000000000" pitchFamily="2" charset="0"/>
              </a:rPr>
              <a:t> be generated and labelled using large language models.</a:t>
            </a:r>
          </a:p>
          <a:p>
            <a:pPr marL="285750" lvl="1" indent="-285750"/>
            <a:endParaRPr lang="en-GB" sz="1600" dirty="0">
              <a:solidFill>
                <a:srgbClr val="FFFFFF"/>
              </a:solidFill>
              <a:latin typeface="Montserrat" panose="00000500000000000000" pitchFamily="2" charset="0"/>
            </a:endParaRPr>
          </a:p>
          <a:p>
            <a:pPr marL="285750" lvl="1" indent="-285750"/>
            <a:r>
              <a:rPr lang="en-GB" sz="1600" dirty="0">
                <a:solidFill>
                  <a:srgbClr val="FFFFFF"/>
                </a:solidFill>
                <a:latin typeface="Montserrat" panose="00000500000000000000" pitchFamily="2" charset="0"/>
              </a:rPr>
              <a:t>This opens the door for </a:t>
            </a:r>
            <a:r>
              <a:rPr lang="en-GB" sz="1600" b="1" dirty="0">
                <a:solidFill>
                  <a:srgbClr val="FFFFFF"/>
                </a:solidFill>
                <a:latin typeface="Montserrat" panose="00000500000000000000" pitchFamily="2" charset="0"/>
              </a:rPr>
              <a:t>cost-effective</a:t>
            </a:r>
            <a:r>
              <a:rPr lang="en-GB" sz="1600" dirty="0">
                <a:solidFill>
                  <a:srgbClr val="FFFFFF"/>
                </a:solidFill>
                <a:latin typeface="Montserrat" panose="00000500000000000000" pitchFamily="2" charset="0"/>
              </a:rPr>
              <a:t>, </a:t>
            </a:r>
            <a:r>
              <a:rPr lang="en-GB" sz="1600" dirty="0" err="1">
                <a:solidFill>
                  <a:srgbClr val="FFFFFF"/>
                </a:solidFill>
                <a:latin typeface="Montserrat" panose="00000500000000000000" pitchFamily="2" charset="0"/>
              </a:rPr>
              <a:t>subword</a:t>
            </a:r>
            <a:r>
              <a:rPr lang="en-GB" sz="1600" dirty="0">
                <a:solidFill>
                  <a:srgbClr val="FFFFFF"/>
                </a:solidFill>
                <a:latin typeface="Montserrat" panose="00000500000000000000" pitchFamily="2" charset="0"/>
              </a:rPr>
              <a:t>-aware neural models for automated feedback quality assessment and beyond.</a:t>
            </a:r>
          </a:p>
          <a:p>
            <a:pPr marL="285750" lvl="1" indent="-285750"/>
            <a:endParaRPr lang="en-GB" sz="1600" dirty="0">
              <a:solidFill>
                <a:srgbClr val="FFFFFF"/>
              </a:solidFill>
              <a:latin typeface="Montserrat" panose="00000500000000000000" pitchFamily="2" charset="0"/>
            </a:endParaRPr>
          </a:p>
          <a:p>
            <a:pPr marL="285750" lvl="1" indent="-285750"/>
            <a:r>
              <a:rPr lang="en-GB" sz="1600" dirty="0">
                <a:solidFill>
                  <a:srgbClr val="FFFFFF"/>
                </a:solidFill>
                <a:latin typeface="Montserrat" panose="00000500000000000000" pitchFamily="2" charset="0"/>
              </a:rPr>
              <a:t>Using ChatGPT-4.1 and likely other new-gen LLMs for data generation and annotation could directly address the data scarcity challenge in low-resource languages.</a:t>
            </a:r>
          </a:p>
          <a:p>
            <a:pPr marL="285750" lvl="1" indent="-285750"/>
            <a:endParaRPr lang="en-GB" sz="1600" dirty="0">
              <a:solidFill>
                <a:srgbClr val="FFFFFF"/>
              </a:solidFill>
              <a:latin typeface="Montserrat" panose="00000500000000000000" pitchFamily="2" charset="0"/>
            </a:endParaRPr>
          </a:p>
          <a:p>
            <a:pPr marL="285750" lvl="1" indent="-285750"/>
            <a:r>
              <a:rPr lang="en-GB" sz="1600" dirty="0">
                <a:solidFill>
                  <a:srgbClr val="FFFFFF"/>
                </a:solidFill>
                <a:latin typeface="Montserrat" panose="00000500000000000000" pitchFamily="2" charset="0"/>
              </a:rPr>
              <a:t>The approach provides a practical, adaptable pipeline for sub-word tokenization in Setswana and other African languages.</a:t>
            </a:r>
          </a:p>
          <a:p>
            <a:pPr marL="285750" lvl="1" indent="-285750"/>
            <a:endParaRPr lang="en-GB" sz="1600" dirty="0">
              <a:solidFill>
                <a:srgbClr val="FFFFFF"/>
              </a:solidFill>
              <a:latin typeface="Montserrat" panose="00000500000000000000" pitchFamily="2" charset="0"/>
            </a:endParaRPr>
          </a:p>
          <a:p>
            <a:pPr marL="285750" lvl="1" indent="-285750"/>
            <a:r>
              <a:rPr lang="en-GB" sz="1600" b="1" dirty="0">
                <a:solidFill>
                  <a:srgbClr val="FFFFFF"/>
                </a:solidFill>
                <a:latin typeface="Montserrat" panose="00000500000000000000" pitchFamily="2" charset="0"/>
              </a:rPr>
              <a:t>Thus, the methodology should be generalisable to other low-resource languages needing a labelled corpus.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0EFC9668-0D39-70EB-8EBA-F172FCC103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30" t="3315" b="33887"/>
          <a:stretch>
            <a:fillRect/>
          </a:stretch>
        </p:blipFill>
        <p:spPr bwMode="auto">
          <a:xfrm rot="19945880">
            <a:off x="2622545" y="417503"/>
            <a:ext cx="2928210" cy="2338045"/>
          </a:xfrm>
          <a:custGeom>
            <a:avLst/>
            <a:gdLst/>
            <a:ahLst/>
            <a:cxnLst/>
            <a:rect l="l" t="t" r="r" b="b"/>
            <a:pathLst>
              <a:path w="3458367" h="3476265">
                <a:moveTo>
                  <a:pt x="549716" y="15"/>
                </a:moveTo>
                <a:cubicBezTo>
                  <a:pt x="557611" y="271"/>
                  <a:pt x="565778" y="3856"/>
                  <a:pt x="573176" y="4995"/>
                </a:cubicBezTo>
                <a:cubicBezTo>
                  <a:pt x="736504" y="30493"/>
                  <a:pt x="899830" y="58040"/>
                  <a:pt x="1063336" y="82398"/>
                </a:cubicBezTo>
                <a:cubicBezTo>
                  <a:pt x="1216195" y="105163"/>
                  <a:pt x="1370136" y="110398"/>
                  <a:pt x="1523717" y="122237"/>
                </a:cubicBezTo>
                <a:cubicBezTo>
                  <a:pt x="1709602" y="136580"/>
                  <a:pt x="1895127" y="156841"/>
                  <a:pt x="2079929" y="188711"/>
                </a:cubicBezTo>
                <a:cubicBezTo>
                  <a:pt x="2208244" y="211023"/>
                  <a:pt x="2337823" y="226502"/>
                  <a:pt x="2467943" y="208745"/>
                </a:cubicBezTo>
                <a:cubicBezTo>
                  <a:pt x="2474439" y="207834"/>
                  <a:pt x="2481839" y="204876"/>
                  <a:pt x="2487253" y="207834"/>
                </a:cubicBezTo>
                <a:cubicBezTo>
                  <a:pt x="2550419" y="241073"/>
                  <a:pt x="2619357" y="217168"/>
                  <a:pt x="2684869" y="238113"/>
                </a:cubicBezTo>
                <a:cubicBezTo>
                  <a:pt x="2668085" y="318930"/>
                  <a:pt x="2596077" y="312327"/>
                  <a:pt x="2555471" y="368331"/>
                </a:cubicBezTo>
                <a:cubicBezTo>
                  <a:pt x="2621704" y="390639"/>
                  <a:pt x="2681259" y="413178"/>
                  <a:pt x="2741717" y="430023"/>
                </a:cubicBezTo>
                <a:cubicBezTo>
                  <a:pt x="2805785" y="447780"/>
                  <a:pt x="2860106" y="495816"/>
                  <a:pt x="2922728" y="517216"/>
                </a:cubicBezTo>
                <a:cubicBezTo>
                  <a:pt x="2936085" y="521769"/>
                  <a:pt x="2952146" y="537704"/>
                  <a:pt x="2956838" y="553184"/>
                </a:cubicBezTo>
                <a:cubicBezTo>
                  <a:pt x="2971997" y="603269"/>
                  <a:pt x="3274647" y="743732"/>
                  <a:pt x="3238914" y="788350"/>
                </a:cubicBezTo>
                <a:cubicBezTo>
                  <a:pt x="3224116" y="806791"/>
                  <a:pt x="3204986" y="819994"/>
                  <a:pt x="3184953" y="838207"/>
                </a:cubicBezTo>
                <a:cubicBezTo>
                  <a:pt x="3215093" y="872582"/>
                  <a:pt x="3249020" y="887608"/>
                  <a:pt x="3285115" y="897852"/>
                </a:cubicBezTo>
                <a:cubicBezTo>
                  <a:pt x="3295944" y="901039"/>
                  <a:pt x="3306591" y="907413"/>
                  <a:pt x="3307674" y="922894"/>
                </a:cubicBezTo>
                <a:cubicBezTo>
                  <a:pt x="3308757" y="939056"/>
                  <a:pt x="3297748" y="945429"/>
                  <a:pt x="3288544" y="952944"/>
                </a:cubicBezTo>
                <a:cubicBezTo>
                  <a:pt x="3275731" y="963415"/>
                  <a:pt x="3263278" y="972523"/>
                  <a:pt x="3247036" y="973888"/>
                </a:cubicBezTo>
                <a:cubicBezTo>
                  <a:pt x="3220325" y="975937"/>
                  <a:pt x="3207513" y="1005076"/>
                  <a:pt x="3191993" y="1026930"/>
                </a:cubicBezTo>
                <a:cubicBezTo>
                  <a:pt x="3183330" y="1039224"/>
                  <a:pt x="3178998" y="1064037"/>
                  <a:pt x="3194157" y="1068363"/>
                </a:cubicBezTo>
                <a:cubicBezTo>
                  <a:pt x="3230613" y="1078837"/>
                  <a:pt x="3227725" y="1109114"/>
                  <a:pt x="3226824" y="1143489"/>
                </a:cubicBezTo>
                <a:cubicBezTo>
                  <a:pt x="3225560" y="1186061"/>
                  <a:pt x="3204083" y="1205638"/>
                  <a:pt x="3177734" y="1222030"/>
                </a:cubicBezTo>
                <a:cubicBezTo>
                  <a:pt x="3168711" y="1227720"/>
                  <a:pt x="3155898" y="1227493"/>
                  <a:pt x="3152469" y="1245250"/>
                </a:cubicBezTo>
                <a:cubicBezTo>
                  <a:pt x="3167267" y="1262097"/>
                  <a:pt x="3185314" y="1248439"/>
                  <a:pt x="3201197" y="1253218"/>
                </a:cubicBezTo>
                <a:cubicBezTo>
                  <a:pt x="3214370" y="1257088"/>
                  <a:pt x="3236208" y="1255040"/>
                  <a:pt x="3218160" y="1286000"/>
                </a:cubicBezTo>
                <a:cubicBezTo>
                  <a:pt x="3212926" y="1294878"/>
                  <a:pt x="3219062" y="1301709"/>
                  <a:pt x="3225741" y="1302392"/>
                </a:cubicBezTo>
                <a:cubicBezTo>
                  <a:pt x="3279159" y="1309449"/>
                  <a:pt x="3254615" y="1372054"/>
                  <a:pt x="3271761" y="1405063"/>
                </a:cubicBezTo>
                <a:cubicBezTo>
                  <a:pt x="3276452" y="1414169"/>
                  <a:pt x="3271399" y="1429877"/>
                  <a:pt x="3263999" y="1433747"/>
                </a:cubicBezTo>
                <a:cubicBezTo>
                  <a:pt x="3216716" y="1459245"/>
                  <a:pt x="3210220" y="1520028"/>
                  <a:pt x="3187299" y="1572389"/>
                </a:cubicBezTo>
                <a:cubicBezTo>
                  <a:pt x="3212205" y="1593104"/>
                  <a:pt x="3241982" y="1597657"/>
                  <a:pt x="3268872" y="1611089"/>
                </a:cubicBezTo>
                <a:cubicBezTo>
                  <a:pt x="3296846" y="1625204"/>
                  <a:pt x="3296846" y="1635676"/>
                  <a:pt x="3273746" y="1676653"/>
                </a:cubicBezTo>
                <a:cubicBezTo>
                  <a:pt x="3333842" y="1685532"/>
                  <a:pt x="3333842" y="1685532"/>
                  <a:pt x="3315254" y="1749957"/>
                </a:cubicBezTo>
                <a:cubicBezTo>
                  <a:pt x="3365607" y="1755877"/>
                  <a:pt x="3398812" y="1786382"/>
                  <a:pt x="3406572" y="1853085"/>
                </a:cubicBezTo>
                <a:cubicBezTo>
                  <a:pt x="3410362" y="1885411"/>
                  <a:pt x="3433101" y="1900663"/>
                  <a:pt x="3458367" y="1922291"/>
                </a:cubicBezTo>
                <a:cubicBezTo>
                  <a:pt x="3426966" y="1943236"/>
                  <a:pt x="3405669" y="1986945"/>
                  <a:pt x="3369034" y="1940730"/>
                </a:cubicBezTo>
                <a:cubicBezTo>
                  <a:pt x="3355680" y="1923885"/>
                  <a:pt x="3356941" y="1945284"/>
                  <a:pt x="3355138" y="1951430"/>
                </a:cubicBezTo>
                <a:cubicBezTo>
                  <a:pt x="3350807" y="1966455"/>
                  <a:pt x="3359830" y="1976472"/>
                  <a:pt x="3365786" y="1987854"/>
                </a:cubicBezTo>
                <a:cubicBezTo>
                  <a:pt x="3371561" y="1999237"/>
                  <a:pt x="3378420" y="2011302"/>
                  <a:pt x="3380043" y="2024054"/>
                </a:cubicBezTo>
                <a:cubicBezTo>
                  <a:pt x="3381125" y="2032931"/>
                  <a:pt x="3375892" y="2045905"/>
                  <a:pt x="3370117" y="2052509"/>
                </a:cubicBezTo>
                <a:cubicBezTo>
                  <a:pt x="3339797" y="2087340"/>
                  <a:pt x="3357844" y="2165652"/>
                  <a:pt x="3300454" y="2175670"/>
                </a:cubicBezTo>
                <a:cubicBezTo>
                  <a:pt x="3274647" y="2180221"/>
                  <a:pt x="3262195" y="2208906"/>
                  <a:pt x="3243246" y="2224614"/>
                </a:cubicBezTo>
                <a:cubicBezTo>
                  <a:pt x="3177374" y="2279478"/>
                  <a:pt x="3133338" y="2350051"/>
                  <a:pt x="3112946" y="2447031"/>
                </a:cubicBezTo>
                <a:cubicBezTo>
                  <a:pt x="3107352" y="2473894"/>
                  <a:pt x="3085875" y="2495522"/>
                  <a:pt x="3071979" y="2519197"/>
                </a:cubicBezTo>
                <a:cubicBezTo>
                  <a:pt x="3078657" y="2536499"/>
                  <a:pt x="3115112" y="2499164"/>
                  <a:pt x="3102298" y="2544694"/>
                </a:cubicBezTo>
                <a:cubicBezTo>
                  <a:pt x="3092553" y="2578843"/>
                  <a:pt x="3067647" y="2600014"/>
                  <a:pt x="3044185" y="2620276"/>
                </a:cubicBezTo>
                <a:cubicBezTo>
                  <a:pt x="3017476" y="2643268"/>
                  <a:pt x="2987879" y="2661708"/>
                  <a:pt x="2975787" y="2704279"/>
                </a:cubicBezTo>
                <a:cubicBezTo>
                  <a:pt x="2973260" y="2713386"/>
                  <a:pt x="2965140" y="2722947"/>
                  <a:pt x="2957921" y="2726591"/>
                </a:cubicBezTo>
                <a:cubicBezTo>
                  <a:pt x="2581458" y="3475797"/>
                  <a:pt x="1654740" y="3480805"/>
                  <a:pt x="1547901" y="3475568"/>
                </a:cubicBezTo>
                <a:cubicBezTo>
                  <a:pt x="1418503" y="3468966"/>
                  <a:pt x="1296143" y="3422753"/>
                  <a:pt x="1176132" y="3365156"/>
                </a:cubicBezTo>
                <a:cubicBezTo>
                  <a:pt x="1125418" y="3340797"/>
                  <a:pt x="1078316" y="3306195"/>
                  <a:pt x="1029045" y="3279332"/>
                </a:cubicBezTo>
                <a:cubicBezTo>
                  <a:pt x="961009" y="3242223"/>
                  <a:pt x="908492" y="3171424"/>
                  <a:pt x="840634" y="3141601"/>
                </a:cubicBezTo>
                <a:cubicBezTo>
                  <a:pt x="770793" y="3110867"/>
                  <a:pt x="711057" y="3054638"/>
                  <a:pt x="639229" y="3030734"/>
                </a:cubicBezTo>
                <a:cubicBezTo>
                  <a:pt x="601330" y="3017985"/>
                  <a:pt x="564695" y="2994993"/>
                  <a:pt x="570649" y="2929200"/>
                </a:cubicBezTo>
                <a:cubicBezTo>
                  <a:pt x="572274" y="2910532"/>
                  <a:pt x="562349" y="2895282"/>
                  <a:pt x="546647" y="2900745"/>
                </a:cubicBezTo>
                <a:cubicBezTo>
                  <a:pt x="516690" y="2910989"/>
                  <a:pt x="503154" y="2883898"/>
                  <a:pt x="486550" y="2863636"/>
                </a:cubicBezTo>
                <a:cubicBezTo>
                  <a:pt x="456953" y="2827667"/>
                  <a:pt x="428801" y="2789422"/>
                  <a:pt x="381697" y="2783503"/>
                </a:cubicBezTo>
                <a:cubicBezTo>
                  <a:pt x="390720" y="2755272"/>
                  <a:pt x="406060" y="2759371"/>
                  <a:pt x="420137" y="2765290"/>
                </a:cubicBezTo>
                <a:cubicBezTo>
                  <a:pt x="457133" y="2780772"/>
                  <a:pt x="493769" y="2798300"/>
                  <a:pt x="530765" y="2813781"/>
                </a:cubicBezTo>
                <a:cubicBezTo>
                  <a:pt x="554948" y="2823799"/>
                  <a:pt x="578952" y="2837912"/>
                  <a:pt x="611257" y="2826755"/>
                </a:cubicBezTo>
                <a:cubicBezTo>
                  <a:pt x="583463" y="2769843"/>
                  <a:pt x="536180" y="2759598"/>
                  <a:pt x="497920" y="2742071"/>
                </a:cubicBezTo>
                <a:cubicBezTo>
                  <a:pt x="450096" y="2719988"/>
                  <a:pt x="421942" y="2678326"/>
                  <a:pt x="388193" y="2631885"/>
                </a:cubicBezTo>
                <a:cubicBezTo>
                  <a:pt x="423386" y="2620730"/>
                  <a:pt x="445223" y="2654879"/>
                  <a:pt x="472834" y="2653056"/>
                </a:cubicBezTo>
                <a:cubicBezTo>
                  <a:pt x="474279" y="2647140"/>
                  <a:pt x="476804" y="2638488"/>
                  <a:pt x="476444" y="2638259"/>
                </a:cubicBezTo>
                <a:cubicBezTo>
                  <a:pt x="431326" y="2612763"/>
                  <a:pt x="410211" y="2564956"/>
                  <a:pt x="403173" y="2507131"/>
                </a:cubicBezTo>
                <a:cubicBezTo>
                  <a:pt x="399563" y="2477310"/>
                  <a:pt x="383140" y="2467976"/>
                  <a:pt x="366897" y="2454316"/>
                </a:cubicBezTo>
                <a:cubicBezTo>
                  <a:pt x="310230" y="2405826"/>
                  <a:pt x="250314" y="2361890"/>
                  <a:pt x="203752" y="2295188"/>
                </a:cubicBezTo>
                <a:cubicBezTo>
                  <a:pt x="257532" y="2304066"/>
                  <a:pt x="300665" y="2347547"/>
                  <a:pt x="358597" y="2366215"/>
                </a:cubicBezTo>
                <a:cubicBezTo>
                  <a:pt x="312577" y="2292910"/>
                  <a:pt x="253020" y="2255803"/>
                  <a:pt x="198698" y="2211409"/>
                </a:cubicBezTo>
                <a:cubicBezTo>
                  <a:pt x="173974" y="2191149"/>
                  <a:pt x="151055" y="2165197"/>
                  <a:pt x="121097" y="2154269"/>
                </a:cubicBezTo>
                <a:cubicBezTo>
                  <a:pt x="110448" y="2150400"/>
                  <a:pt x="92943" y="2142204"/>
                  <a:pt x="101425" y="2120577"/>
                </a:cubicBezTo>
                <a:cubicBezTo>
                  <a:pt x="108643" y="2102593"/>
                  <a:pt x="122900" y="2108055"/>
                  <a:pt x="135895" y="2113292"/>
                </a:cubicBezTo>
                <a:cubicBezTo>
                  <a:pt x="167116" y="2126269"/>
                  <a:pt x="199421" y="2126495"/>
                  <a:pt x="241652" y="2126269"/>
                </a:cubicBezTo>
                <a:cubicBezTo>
                  <a:pt x="206279" y="2066851"/>
                  <a:pt x="141489" y="2084608"/>
                  <a:pt x="111170" y="2022231"/>
                </a:cubicBezTo>
                <a:cubicBezTo>
                  <a:pt x="149069" y="2011302"/>
                  <a:pt x="178305" y="2033841"/>
                  <a:pt x="208987" y="2038166"/>
                </a:cubicBezTo>
                <a:cubicBezTo>
                  <a:pt x="236777" y="2042036"/>
                  <a:pt x="243636" y="2031565"/>
                  <a:pt x="237139" y="1997188"/>
                </a:cubicBezTo>
                <a:cubicBezTo>
                  <a:pt x="227034" y="1943690"/>
                  <a:pt x="242193" y="1916371"/>
                  <a:pt x="282618" y="1930941"/>
                </a:cubicBezTo>
                <a:cubicBezTo>
                  <a:pt x="320155" y="1944601"/>
                  <a:pt x="324125" y="1924568"/>
                  <a:pt x="314019" y="1894062"/>
                </a:cubicBezTo>
                <a:cubicBezTo>
                  <a:pt x="299582" y="1849671"/>
                  <a:pt x="316004" y="1815295"/>
                  <a:pt x="327194" y="1777960"/>
                </a:cubicBezTo>
                <a:cubicBezTo>
                  <a:pt x="344339" y="1721045"/>
                  <a:pt x="337121" y="1693272"/>
                  <a:pt x="300123" y="1650929"/>
                </a:cubicBezTo>
                <a:cubicBezTo>
                  <a:pt x="279370" y="1627251"/>
                  <a:pt x="256992" y="1607219"/>
                  <a:pt x="226852" y="1586731"/>
                </a:cubicBezTo>
                <a:cubicBezTo>
                  <a:pt x="296334" y="1575576"/>
                  <a:pt x="223423" y="1538013"/>
                  <a:pt x="247968" y="1514564"/>
                </a:cubicBezTo>
                <a:cubicBezTo>
                  <a:pt x="297056" y="1505003"/>
                  <a:pt x="337121" y="1579673"/>
                  <a:pt x="403895" y="1558274"/>
                </a:cubicBezTo>
                <a:cubicBezTo>
                  <a:pt x="321420" y="1493619"/>
                  <a:pt x="230281" y="1472448"/>
                  <a:pt x="170546" y="1386396"/>
                </a:cubicBezTo>
                <a:cubicBezTo>
                  <a:pt x="184261" y="1366817"/>
                  <a:pt x="197977" y="1385030"/>
                  <a:pt x="209707" y="1377746"/>
                </a:cubicBezTo>
                <a:cubicBezTo>
                  <a:pt x="209346" y="1373192"/>
                  <a:pt x="210250" y="1366362"/>
                  <a:pt x="208083" y="1364314"/>
                </a:cubicBezTo>
                <a:cubicBezTo>
                  <a:pt x="163508" y="1317416"/>
                  <a:pt x="162784" y="1316279"/>
                  <a:pt x="210610" y="1281675"/>
                </a:cubicBezTo>
                <a:cubicBezTo>
                  <a:pt x="227394" y="1269609"/>
                  <a:pt x="225950" y="1258909"/>
                  <a:pt x="217108" y="1243657"/>
                </a:cubicBezTo>
                <a:cubicBezTo>
                  <a:pt x="210790" y="1232957"/>
                  <a:pt x="203211" y="1223395"/>
                  <a:pt x="206820" y="1199947"/>
                </a:cubicBezTo>
                <a:cubicBezTo>
                  <a:pt x="232988" y="1229998"/>
                  <a:pt x="359499" y="1220208"/>
                  <a:pt x="381877" y="1217021"/>
                </a:cubicBezTo>
                <a:cubicBezTo>
                  <a:pt x="406963" y="1213607"/>
                  <a:pt x="431688" y="1199037"/>
                  <a:pt x="458035" y="1207003"/>
                </a:cubicBezTo>
                <a:cubicBezTo>
                  <a:pt x="479150" y="1213381"/>
                  <a:pt x="576966" y="1275073"/>
                  <a:pt x="590863" y="1204273"/>
                </a:cubicBezTo>
                <a:cubicBezTo>
                  <a:pt x="591585" y="1200858"/>
                  <a:pt x="631107" y="1208826"/>
                  <a:pt x="652403" y="1212696"/>
                </a:cubicBezTo>
                <a:cubicBezTo>
                  <a:pt x="671172" y="1215883"/>
                  <a:pt x="692288" y="1229998"/>
                  <a:pt x="704920" y="1201769"/>
                </a:cubicBezTo>
                <a:cubicBezTo>
                  <a:pt x="712320" y="1185150"/>
                  <a:pt x="681820" y="1153051"/>
                  <a:pt x="654569" y="1150320"/>
                </a:cubicBezTo>
                <a:cubicBezTo>
                  <a:pt x="630926" y="1147814"/>
                  <a:pt x="606202" y="1144172"/>
                  <a:pt x="583643" y="1151001"/>
                </a:cubicBezTo>
                <a:cubicBezTo>
                  <a:pt x="555852" y="1159198"/>
                  <a:pt x="540873" y="1145995"/>
                  <a:pt x="533111" y="1117538"/>
                </a:cubicBezTo>
                <a:cubicBezTo>
                  <a:pt x="524450" y="1086122"/>
                  <a:pt x="507845" y="1071550"/>
                  <a:pt x="484926" y="1056980"/>
                </a:cubicBezTo>
                <a:cubicBezTo>
                  <a:pt x="429340" y="1021696"/>
                  <a:pt x="375921" y="980946"/>
                  <a:pt x="314922" y="960456"/>
                </a:cubicBezTo>
                <a:cubicBezTo>
                  <a:pt x="302830" y="956358"/>
                  <a:pt x="289476" y="950894"/>
                  <a:pt x="283881" y="923805"/>
                </a:cubicBezTo>
                <a:cubicBezTo>
                  <a:pt x="449013" y="964326"/>
                  <a:pt x="599526" y="1069958"/>
                  <a:pt x="769890" y="1063811"/>
                </a:cubicBezTo>
                <a:cubicBezTo>
                  <a:pt x="723329" y="1030346"/>
                  <a:pt x="669369" y="1028524"/>
                  <a:pt x="619738" y="1005076"/>
                </a:cubicBezTo>
                <a:cubicBezTo>
                  <a:pt x="654930" y="987546"/>
                  <a:pt x="687956" y="1005759"/>
                  <a:pt x="721344" y="1015777"/>
                </a:cubicBezTo>
                <a:cubicBezTo>
                  <a:pt x="749317" y="1023970"/>
                  <a:pt x="774583" y="1025337"/>
                  <a:pt x="777650" y="976393"/>
                </a:cubicBezTo>
                <a:cubicBezTo>
                  <a:pt x="776566" y="973205"/>
                  <a:pt x="776747" y="969107"/>
                  <a:pt x="776929" y="965238"/>
                </a:cubicBezTo>
                <a:cubicBezTo>
                  <a:pt x="767542" y="944976"/>
                  <a:pt x="752926" y="934504"/>
                  <a:pt x="735601" y="928584"/>
                </a:cubicBezTo>
                <a:cubicBezTo>
                  <a:pt x="725133" y="924942"/>
                  <a:pt x="711237" y="919478"/>
                  <a:pt x="711416" y="904909"/>
                </a:cubicBezTo>
                <a:cubicBezTo>
                  <a:pt x="711958" y="850955"/>
                  <a:pt x="678571" y="835246"/>
                  <a:pt x="645185" y="819539"/>
                </a:cubicBezTo>
                <a:cubicBezTo>
                  <a:pt x="663773" y="792676"/>
                  <a:pt x="678391" y="812481"/>
                  <a:pt x="692468" y="810433"/>
                </a:cubicBezTo>
                <a:cubicBezTo>
                  <a:pt x="701672" y="809067"/>
                  <a:pt x="709973" y="806563"/>
                  <a:pt x="709973" y="792676"/>
                </a:cubicBezTo>
                <a:cubicBezTo>
                  <a:pt x="710154" y="781065"/>
                  <a:pt x="705822" y="767861"/>
                  <a:pt x="696799" y="767635"/>
                </a:cubicBezTo>
                <a:cubicBezTo>
                  <a:pt x="640312" y="765585"/>
                  <a:pt x="609090" y="690914"/>
                  <a:pt x="550437" y="690687"/>
                </a:cubicBezTo>
                <a:cubicBezTo>
                  <a:pt x="515425" y="690687"/>
                  <a:pt x="568666" y="648572"/>
                  <a:pt x="539068" y="631042"/>
                </a:cubicBezTo>
                <a:cubicBezTo>
                  <a:pt x="532570" y="627171"/>
                  <a:pt x="556032" y="621254"/>
                  <a:pt x="566500" y="622164"/>
                </a:cubicBezTo>
                <a:cubicBezTo>
                  <a:pt x="576786" y="623074"/>
                  <a:pt x="585990" y="634229"/>
                  <a:pt x="598443" y="626261"/>
                </a:cubicBezTo>
                <a:cubicBezTo>
                  <a:pt x="605300" y="597806"/>
                  <a:pt x="587615" y="587332"/>
                  <a:pt x="572996" y="579365"/>
                </a:cubicBezTo>
                <a:cubicBezTo>
                  <a:pt x="539247" y="560925"/>
                  <a:pt x="506402" y="538615"/>
                  <a:pt x="469405" y="532013"/>
                </a:cubicBezTo>
                <a:cubicBezTo>
                  <a:pt x="456232" y="529737"/>
                  <a:pt x="488355" y="499231"/>
                  <a:pt x="494671" y="488532"/>
                </a:cubicBezTo>
                <a:cubicBezTo>
                  <a:pt x="345782" y="376071"/>
                  <a:pt x="166756" y="381762"/>
                  <a:pt x="0" y="290928"/>
                </a:cubicBezTo>
                <a:cubicBezTo>
                  <a:pt x="36817" y="273173"/>
                  <a:pt x="63887" y="286148"/>
                  <a:pt x="88973" y="288880"/>
                </a:cubicBezTo>
                <a:cubicBezTo>
                  <a:pt x="151595" y="295708"/>
                  <a:pt x="213498" y="309822"/>
                  <a:pt x="275940" y="318246"/>
                </a:cubicBezTo>
                <a:cubicBezTo>
                  <a:pt x="306620" y="322344"/>
                  <a:pt x="335134" y="337824"/>
                  <a:pt x="369424" y="313239"/>
                </a:cubicBezTo>
                <a:cubicBezTo>
                  <a:pt x="392343" y="296847"/>
                  <a:pt x="428980" y="314604"/>
                  <a:pt x="457133" y="329174"/>
                </a:cubicBezTo>
                <a:cubicBezTo>
                  <a:pt x="480414" y="341238"/>
                  <a:pt x="502612" y="344425"/>
                  <a:pt x="533474" y="329174"/>
                </a:cubicBezTo>
                <a:cubicBezTo>
                  <a:pt x="505501" y="319841"/>
                  <a:pt x="484023" y="311645"/>
                  <a:pt x="462006" y="305953"/>
                </a:cubicBezTo>
                <a:cubicBezTo>
                  <a:pt x="444501" y="301400"/>
                  <a:pt x="486189" y="282960"/>
                  <a:pt x="507484" y="285237"/>
                </a:cubicBezTo>
                <a:cubicBezTo>
                  <a:pt x="537263" y="288423"/>
                  <a:pt x="520479" y="276586"/>
                  <a:pt x="515425" y="260195"/>
                </a:cubicBezTo>
                <a:cubicBezTo>
                  <a:pt x="510012" y="242665"/>
                  <a:pt x="526074" y="237203"/>
                  <a:pt x="536180" y="240844"/>
                </a:cubicBezTo>
                <a:cubicBezTo>
                  <a:pt x="574980" y="255187"/>
                  <a:pt x="613602" y="229917"/>
                  <a:pt x="653668" y="250407"/>
                </a:cubicBezTo>
                <a:cubicBezTo>
                  <a:pt x="643561" y="199867"/>
                  <a:pt x="621723" y="177784"/>
                  <a:pt x="576064" y="170726"/>
                </a:cubicBezTo>
                <a:cubicBezTo>
                  <a:pt x="558919" y="167996"/>
                  <a:pt x="541053" y="172093"/>
                  <a:pt x="526254" y="157522"/>
                </a:cubicBezTo>
                <a:cubicBezTo>
                  <a:pt x="517771" y="149101"/>
                  <a:pt x="508207" y="139084"/>
                  <a:pt x="514884" y="123603"/>
                </a:cubicBezTo>
                <a:cubicBezTo>
                  <a:pt x="519577" y="112674"/>
                  <a:pt x="529684" y="112674"/>
                  <a:pt x="537985" y="116318"/>
                </a:cubicBezTo>
                <a:cubicBezTo>
                  <a:pt x="575162" y="132483"/>
                  <a:pt x="613963" y="138400"/>
                  <a:pt x="652764" y="144320"/>
                </a:cubicBezTo>
                <a:cubicBezTo>
                  <a:pt x="658720" y="145230"/>
                  <a:pt x="665397" y="148191"/>
                  <a:pt x="672075" y="133164"/>
                </a:cubicBezTo>
                <a:cubicBezTo>
                  <a:pt x="599526" y="108805"/>
                  <a:pt x="530585" y="74202"/>
                  <a:pt x="456051" y="60770"/>
                </a:cubicBezTo>
                <a:cubicBezTo>
                  <a:pt x="457133" y="54397"/>
                  <a:pt x="458215" y="48022"/>
                  <a:pt x="459299" y="41649"/>
                </a:cubicBezTo>
                <a:cubicBezTo>
                  <a:pt x="517591" y="50753"/>
                  <a:pt x="575884" y="59859"/>
                  <a:pt x="649515" y="71243"/>
                </a:cubicBezTo>
                <a:cubicBezTo>
                  <a:pt x="604218" y="35045"/>
                  <a:pt x="561446" y="47111"/>
                  <a:pt x="527879" y="15013"/>
                </a:cubicBezTo>
                <a:cubicBezTo>
                  <a:pt x="534195" y="2833"/>
                  <a:pt x="541820" y="-241"/>
                  <a:pt x="549716" y="15"/>
                </a:cubicBezTo>
                <a:close/>
              </a:path>
            </a:pathLst>
          </a:cu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Road Map To Success Images – Browse 25,167 Stock Photos, Vectors, and Video  | Adobe Stock">
            <a:extLst>
              <a:ext uri="{FF2B5EF4-FFF2-40B4-BE49-F238E27FC236}">
                <a16:creationId xmlns:a16="http://schemas.microsoft.com/office/drawing/2014/main" id="{D67AFD34-F80F-A84B-78AD-807CD4566B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60" r="5667" b="2"/>
          <a:stretch>
            <a:fillRect/>
          </a:stretch>
        </p:blipFill>
        <p:spPr bwMode="auto">
          <a:xfrm rot="3477395">
            <a:off x="5321506" y="4787966"/>
            <a:ext cx="2088516" cy="3176541"/>
          </a:xfrm>
          <a:custGeom>
            <a:avLst/>
            <a:gdLst/>
            <a:ahLst/>
            <a:cxnLst/>
            <a:rect l="l" t="t" r="r" b="b"/>
            <a:pathLst>
              <a:path w="3747932" h="3176541">
                <a:moveTo>
                  <a:pt x="3239865" y="21"/>
                </a:moveTo>
                <a:cubicBezTo>
                  <a:pt x="3261821" y="112"/>
                  <a:pt x="3278837" y="498"/>
                  <a:pt x="3290337" y="938"/>
                </a:cubicBezTo>
                <a:cubicBezTo>
                  <a:pt x="3401766" y="5376"/>
                  <a:pt x="3510165" y="23128"/>
                  <a:pt x="3616543" y="49449"/>
                </a:cubicBezTo>
                <a:lnTo>
                  <a:pt x="3747932" y="87091"/>
                </a:lnTo>
                <a:lnTo>
                  <a:pt x="3747932" y="3176541"/>
                </a:lnTo>
                <a:lnTo>
                  <a:pt x="401358" y="3176541"/>
                </a:lnTo>
                <a:lnTo>
                  <a:pt x="398780" y="3136258"/>
                </a:lnTo>
                <a:cubicBezTo>
                  <a:pt x="400956" y="3079023"/>
                  <a:pt x="437945" y="3052703"/>
                  <a:pt x="483325" y="3030665"/>
                </a:cubicBezTo>
                <a:cubicBezTo>
                  <a:pt x="498866" y="3023015"/>
                  <a:pt x="520932" y="3023320"/>
                  <a:pt x="526840" y="2999447"/>
                </a:cubicBezTo>
                <a:cubicBezTo>
                  <a:pt x="501352" y="2976798"/>
                  <a:pt x="470270" y="2995161"/>
                  <a:pt x="442916" y="2988735"/>
                </a:cubicBezTo>
                <a:cubicBezTo>
                  <a:pt x="420228" y="2983533"/>
                  <a:pt x="382618" y="2986286"/>
                  <a:pt x="413701" y="2944662"/>
                </a:cubicBezTo>
                <a:cubicBezTo>
                  <a:pt x="422716" y="2932726"/>
                  <a:pt x="412147" y="2923542"/>
                  <a:pt x="400645" y="2922625"/>
                </a:cubicBezTo>
                <a:cubicBezTo>
                  <a:pt x="308644" y="2913137"/>
                  <a:pt x="350915" y="2828968"/>
                  <a:pt x="321386" y="2784590"/>
                </a:cubicBezTo>
                <a:cubicBezTo>
                  <a:pt x="313307" y="2772348"/>
                  <a:pt x="322010" y="2751230"/>
                  <a:pt x="334753" y="2746027"/>
                </a:cubicBezTo>
                <a:cubicBezTo>
                  <a:pt x="416187" y="2711746"/>
                  <a:pt x="427377" y="2630027"/>
                  <a:pt x="466852" y="2559632"/>
                </a:cubicBezTo>
                <a:cubicBezTo>
                  <a:pt x="423957" y="2531782"/>
                  <a:pt x="372673" y="2525661"/>
                  <a:pt x="326361" y="2507602"/>
                </a:cubicBezTo>
                <a:cubicBezTo>
                  <a:pt x="278183" y="2488626"/>
                  <a:pt x="278183" y="2474547"/>
                  <a:pt x="317968" y="2419457"/>
                </a:cubicBezTo>
                <a:cubicBezTo>
                  <a:pt x="214465" y="2407519"/>
                  <a:pt x="214465" y="2407519"/>
                  <a:pt x="246479" y="2320903"/>
                </a:cubicBezTo>
                <a:cubicBezTo>
                  <a:pt x="159758" y="2312945"/>
                  <a:pt x="102570" y="2271933"/>
                  <a:pt x="89205" y="2182255"/>
                </a:cubicBezTo>
                <a:cubicBezTo>
                  <a:pt x="82677" y="2138795"/>
                  <a:pt x="43514" y="2118290"/>
                  <a:pt x="0" y="2089213"/>
                </a:cubicBezTo>
                <a:cubicBezTo>
                  <a:pt x="54081" y="2061053"/>
                  <a:pt x="90759" y="2002290"/>
                  <a:pt x="153855" y="2064423"/>
                </a:cubicBezTo>
                <a:cubicBezTo>
                  <a:pt x="176855" y="2087070"/>
                  <a:pt x="174683" y="2058300"/>
                  <a:pt x="177788" y="2050037"/>
                </a:cubicBezTo>
                <a:cubicBezTo>
                  <a:pt x="185247" y="2029838"/>
                  <a:pt x="169707" y="2016369"/>
                  <a:pt x="159450" y="2001067"/>
                </a:cubicBezTo>
                <a:cubicBezTo>
                  <a:pt x="149504" y="1985763"/>
                  <a:pt x="137691" y="1969543"/>
                  <a:pt x="134895" y="1952400"/>
                </a:cubicBezTo>
                <a:cubicBezTo>
                  <a:pt x="133031" y="1940465"/>
                  <a:pt x="142044" y="1923021"/>
                  <a:pt x="151990" y="1914144"/>
                </a:cubicBezTo>
                <a:cubicBezTo>
                  <a:pt x="204209" y="1867316"/>
                  <a:pt x="173127" y="1762030"/>
                  <a:pt x="271969" y="1748562"/>
                </a:cubicBezTo>
                <a:cubicBezTo>
                  <a:pt x="316415" y="1742443"/>
                  <a:pt x="337860" y="1703878"/>
                  <a:pt x="370497" y="1682760"/>
                </a:cubicBezTo>
                <a:cubicBezTo>
                  <a:pt x="483946" y="1608999"/>
                  <a:pt x="559787" y="1514119"/>
                  <a:pt x="594908" y="1383735"/>
                </a:cubicBezTo>
                <a:cubicBezTo>
                  <a:pt x="604543" y="1347620"/>
                  <a:pt x="641532" y="1318542"/>
                  <a:pt x="665465" y="1286713"/>
                </a:cubicBezTo>
                <a:cubicBezTo>
                  <a:pt x="653963" y="1263452"/>
                  <a:pt x="591178" y="1313647"/>
                  <a:pt x="613246" y="1252435"/>
                </a:cubicBezTo>
                <a:cubicBezTo>
                  <a:pt x="630030" y="1206524"/>
                  <a:pt x="672925" y="1178060"/>
                  <a:pt x="713332" y="1150820"/>
                </a:cubicBezTo>
                <a:cubicBezTo>
                  <a:pt x="759333" y="1119908"/>
                  <a:pt x="810307" y="1095117"/>
                  <a:pt x="831133" y="1037883"/>
                </a:cubicBezTo>
                <a:cubicBezTo>
                  <a:pt x="835485" y="1025640"/>
                  <a:pt x="849470" y="1012785"/>
                  <a:pt x="861903" y="1007887"/>
                </a:cubicBezTo>
                <a:cubicBezTo>
                  <a:pt x="1469751" y="63584"/>
                  <a:pt x="2910527" y="-1353"/>
                  <a:pt x="3239865" y="21"/>
                </a:cubicBezTo>
                <a:close/>
              </a:path>
            </a:pathLst>
          </a:cu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7697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828DFF-6F8E-60AB-3E86-D57F88D5B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193AD-FB28-D2F1-CFCE-841DA26C1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1" y="245840"/>
            <a:ext cx="5765799" cy="94532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Montserrat" panose="00000500000000000000" pitchFamily="2" charset="0"/>
              </a:rPr>
              <a:t>XLM-</a:t>
            </a:r>
            <a:r>
              <a:rPr lang="en-US" sz="2800" b="1" dirty="0" err="1">
                <a:solidFill>
                  <a:schemeClr val="bg1"/>
                </a:solidFill>
                <a:latin typeface="Montserrat" panose="00000500000000000000" pitchFamily="2" charset="0"/>
              </a:rPr>
              <a:t>RoBERTa</a:t>
            </a:r>
            <a:r>
              <a:rPr lang="en-US" sz="2800" b="1" dirty="0">
                <a:solidFill>
                  <a:schemeClr val="bg1"/>
                </a:solidFill>
                <a:latin typeface="Montserrat" panose="00000500000000000000" pitchFamily="2" charset="0"/>
              </a:rPr>
              <a:t> vs ChatGPT-4.1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BB56A7-63B2-B9BB-9D4E-11D75A2A7344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222660" y="1191162"/>
            <a:ext cx="5201612" cy="4946788"/>
          </a:xfrm>
        </p:spPr>
        <p:txBody>
          <a:bodyPr>
            <a:normAutofit fontScale="92500" lnSpcReduction="10000"/>
          </a:bodyPr>
          <a:lstStyle/>
          <a:p>
            <a:pPr marL="285750" lvl="1" indent="-285750"/>
            <a:r>
              <a:rPr lang="en-GB" sz="1800" dirty="0">
                <a:solidFill>
                  <a:schemeClr val="bg1"/>
                </a:solidFill>
                <a:latin typeface="Montserrat" panose="00000500000000000000" pitchFamily="2" charset="0"/>
              </a:rPr>
              <a:t>The models emphasize different sub-word patterns. ChatGPT likely relies more on global sentence cues, while </a:t>
            </a:r>
            <a:r>
              <a:rPr lang="en-GB" sz="1800" dirty="0" err="1">
                <a:solidFill>
                  <a:schemeClr val="bg1"/>
                </a:solidFill>
                <a:latin typeface="Montserrat" panose="00000500000000000000" pitchFamily="2" charset="0"/>
              </a:rPr>
              <a:t>RoBERTa</a:t>
            </a:r>
            <a:r>
              <a:rPr lang="en-GB" sz="1800" dirty="0">
                <a:solidFill>
                  <a:schemeClr val="bg1"/>
                </a:solidFill>
                <a:latin typeface="Montserrat" panose="00000500000000000000" pitchFamily="2" charset="0"/>
              </a:rPr>
              <a:t> focuses on </a:t>
            </a:r>
            <a:r>
              <a:rPr lang="en-GB" sz="1800" dirty="0" err="1">
                <a:solidFill>
                  <a:schemeClr val="bg1"/>
                </a:solidFill>
                <a:latin typeface="Montserrat" panose="00000500000000000000" pitchFamily="2" charset="0"/>
              </a:rPr>
              <a:t>subword</a:t>
            </a:r>
            <a:r>
              <a:rPr lang="en-GB" sz="1800" dirty="0">
                <a:solidFill>
                  <a:schemeClr val="bg1"/>
                </a:solidFill>
                <a:latin typeface="Montserrat" panose="00000500000000000000" pitchFamily="2" charset="0"/>
              </a:rPr>
              <a:t>-level details.</a:t>
            </a:r>
          </a:p>
          <a:p>
            <a:pPr marL="285750" lvl="1" indent="-285750"/>
            <a:endParaRPr lang="en-GB" sz="18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285750" lvl="1" indent="-285750"/>
            <a:r>
              <a:rPr lang="en-GB" sz="1800" dirty="0">
                <a:solidFill>
                  <a:schemeClr val="bg1"/>
                </a:solidFill>
                <a:latin typeface="Montserrat" panose="00000500000000000000" pitchFamily="2" charset="0"/>
              </a:rPr>
              <a:t>Interpretability tools (SHAP, LIME, TF-IDF) reveal the neural model in general has different weights compared to ChatGPT-4.1, interestingly we see that the </a:t>
            </a:r>
            <a:r>
              <a:rPr lang="en-GB" sz="1800" i="1" dirty="0">
                <a:solidFill>
                  <a:schemeClr val="bg1"/>
                </a:solidFill>
                <a:latin typeface="Montserrat" panose="00000500000000000000" pitchFamily="2" charset="0"/>
              </a:rPr>
              <a:t>‘Encouraging’ </a:t>
            </a:r>
            <a:r>
              <a:rPr lang="en-GB" sz="1800" dirty="0">
                <a:solidFill>
                  <a:schemeClr val="bg1"/>
                </a:solidFill>
                <a:latin typeface="Montserrat" panose="00000500000000000000" pitchFamily="2" charset="0"/>
              </a:rPr>
              <a:t>label is the only label with the exact same top three weights.</a:t>
            </a:r>
          </a:p>
          <a:p>
            <a:pPr marL="285750" lvl="1" indent="-285750"/>
            <a:endParaRPr lang="en-GB" sz="18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285750" lvl="1" indent="-285750"/>
            <a:r>
              <a:rPr lang="en-GB" sz="1800" dirty="0">
                <a:solidFill>
                  <a:schemeClr val="bg1"/>
                </a:solidFill>
                <a:latin typeface="Montserrat" panose="00000500000000000000" pitchFamily="2" charset="0"/>
              </a:rPr>
              <a:t>Despite the limited dataset, the </a:t>
            </a:r>
            <a:r>
              <a:rPr lang="en-GB" sz="1800" dirty="0" err="1">
                <a:solidFill>
                  <a:schemeClr val="bg1"/>
                </a:solidFill>
                <a:latin typeface="Montserrat" panose="00000500000000000000" pitchFamily="2" charset="0"/>
              </a:rPr>
              <a:t>subword</a:t>
            </a:r>
            <a:r>
              <a:rPr lang="en-GB" sz="1800" dirty="0">
                <a:solidFill>
                  <a:schemeClr val="bg1"/>
                </a:solidFill>
                <a:latin typeface="Montserrat" panose="00000500000000000000" pitchFamily="2" charset="0"/>
              </a:rPr>
              <a:t>-aware model seems to have learned some nuances of Setswana feedback that even Chat struggles with.</a:t>
            </a:r>
          </a:p>
          <a:p>
            <a:pPr marL="285750" lvl="1" indent="-285750"/>
            <a:endParaRPr lang="en-GB" sz="18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285750" lvl="1" indent="-285750"/>
            <a:r>
              <a:rPr lang="en-GB" sz="1800" dirty="0">
                <a:solidFill>
                  <a:schemeClr val="bg1"/>
                </a:solidFill>
                <a:latin typeface="Montserrat" panose="00000500000000000000" pitchFamily="2" charset="0"/>
              </a:rPr>
              <a:t>This highlights potential for refining both data generation and model training strategies to improve.</a:t>
            </a:r>
            <a:endParaRPr lang="en-ZA" sz="1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5" name="Content Placeholder 4" descr="A network of dots and circles&#10;&#10;AI-generated content may be incorrect.">
            <a:extLst>
              <a:ext uri="{FF2B5EF4-FFF2-40B4-BE49-F238E27FC236}">
                <a16:creationId xmlns:a16="http://schemas.microsoft.com/office/drawing/2014/main" id="{D42339FD-EABB-D1AC-60FE-27B3190A7D0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alphaModFix amt="9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9" r="9678" b="-1"/>
          <a:stretch>
            <a:fillRect/>
          </a:stretch>
        </p:blipFill>
        <p:spPr>
          <a:xfrm>
            <a:off x="6229215" y="-30922"/>
            <a:ext cx="6006959" cy="692647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ln w="9525">
            <a:solidFill>
              <a:schemeClr val="bg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21903D-D913-3C05-08F6-9D759B90B4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92586" y="1052262"/>
            <a:ext cx="6454589" cy="2305210"/>
          </a:xfrm>
          <a:prstGeom prst="rect">
            <a:avLst/>
          </a:prstGeom>
        </p:spPr>
      </p:pic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039CFC8D-D9E6-4327-BF38-C08F3A6AE9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2587" y="3762752"/>
            <a:ext cx="6454589" cy="230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331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716</TotalTime>
  <Words>2453</Words>
  <Application>Microsoft Office PowerPoint</Application>
  <PresentationFormat>Widescreen</PresentationFormat>
  <Paragraphs>220</Paragraphs>
  <Slides>23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Montserrat</vt:lpstr>
      <vt:lpstr>Office Theme</vt:lpstr>
      <vt:lpstr>Factory Method Learning App:  Instructional Design &amp; Software Engineering Overview</vt:lpstr>
      <vt:lpstr>Introduction</vt:lpstr>
      <vt:lpstr>Instructional Design Foundations</vt:lpstr>
      <vt:lpstr>Factory Method: Learning Problem &amp; Design Goals:</vt:lpstr>
      <vt:lpstr>The Importance Of Feedback</vt:lpstr>
      <vt:lpstr>Learners and Target Outcomes</vt:lpstr>
      <vt:lpstr>Factory Method: Major Learning Outcomes:</vt:lpstr>
      <vt:lpstr>PowerPoint Presentation</vt:lpstr>
      <vt:lpstr>Architecture &amp; Core Features</vt:lpstr>
      <vt:lpstr>Example JSON Data for Diagnostic Analysis</vt:lpstr>
      <vt:lpstr>PowerPoint Presentation</vt:lpstr>
      <vt:lpstr>Thank You!</vt:lpstr>
      <vt:lpstr>Corpus Generation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XLM-RoBERTa vs ChatGPT-4.1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 Pretorius</dc:creator>
  <cp:lastModifiedBy>CHARL PIETER PRETORIUS</cp:lastModifiedBy>
  <cp:revision>56</cp:revision>
  <dcterms:created xsi:type="dcterms:W3CDTF">2025-06-16T07:54:12Z</dcterms:created>
  <dcterms:modified xsi:type="dcterms:W3CDTF">2025-11-18T08:09:38Z</dcterms:modified>
</cp:coreProperties>
</file>